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1" r:id="rId10"/>
    <p:sldId id="270" r:id="rId11"/>
    <p:sldId id="27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2AA8C-494C-48EF-884E-F8FEBF61573E}" v="37" dt="2026-09-14T04:05:14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396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korn Tongyam" userId="d83c7f16-30d8-4eb0-aeb2-6abb05fe0f10" providerId="ADAL" clId="{63E649D8-B086-4655-8BD5-AF1AFFF0D0B5}"/>
    <pc:docChg chg="undo custSel addSld delSld modSld sldOrd">
      <pc:chgData name="Tanakorn Tongyam" userId="d83c7f16-30d8-4eb0-aeb2-6abb05fe0f10" providerId="ADAL" clId="{63E649D8-B086-4655-8BD5-AF1AFFF0D0B5}" dt="2026-09-14T04:09:52.966" v="680" actId="207"/>
      <pc:docMkLst>
        <pc:docMk/>
      </pc:docMkLst>
      <pc:sldChg chg="modSp mod">
        <pc:chgData name="Tanakorn Tongyam" userId="d83c7f16-30d8-4eb0-aeb2-6abb05fe0f10" providerId="ADAL" clId="{63E649D8-B086-4655-8BD5-AF1AFFF0D0B5}" dt="2026-09-13T13:30:01.178" v="203" actId="2711"/>
        <pc:sldMkLst>
          <pc:docMk/>
          <pc:sldMk cId="0" sldId="256"/>
        </pc:sldMkLst>
        <pc:spChg chg="mod">
          <ac:chgData name="Tanakorn Tongyam" userId="d83c7f16-30d8-4eb0-aeb2-6abb05fe0f10" providerId="ADAL" clId="{63E649D8-B086-4655-8BD5-AF1AFFF0D0B5}" dt="2026-09-13T13:30:01.178" v="203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Tanakorn Tongyam" userId="d83c7f16-30d8-4eb0-aeb2-6abb05fe0f10" providerId="ADAL" clId="{63E649D8-B086-4655-8BD5-AF1AFFF0D0B5}" dt="2026-09-13T13:30:01.178" v="203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Tanakorn Tongyam" userId="d83c7f16-30d8-4eb0-aeb2-6abb05fe0f10" providerId="ADAL" clId="{63E649D8-B086-4655-8BD5-AF1AFFF0D0B5}" dt="2026-09-13T13:30:01.178" v="203" actId="2711"/>
          <ac:spMkLst>
            <pc:docMk/>
            <pc:sldMk cId="0" sldId="256"/>
            <ac:spMk id="4" creationId="{00000000-0000-0000-0000-000000000000}"/>
          </ac:spMkLst>
        </pc:spChg>
      </pc:sldChg>
      <pc:sldChg chg="del">
        <pc:chgData name="Tanakorn Tongyam" userId="d83c7f16-30d8-4eb0-aeb2-6abb05fe0f10" providerId="ADAL" clId="{63E649D8-B086-4655-8BD5-AF1AFFF0D0B5}" dt="2026-09-13T11:29:16.097" v="160" actId="47"/>
        <pc:sldMkLst>
          <pc:docMk/>
          <pc:sldMk cId="0" sldId="258"/>
        </pc:sldMkLst>
      </pc:sldChg>
      <pc:sldChg chg="del">
        <pc:chgData name="Tanakorn Tongyam" userId="d83c7f16-30d8-4eb0-aeb2-6abb05fe0f10" providerId="ADAL" clId="{63E649D8-B086-4655-8BD5-AF1AFFF0D0B5}" dt="2026-09-13T11:29:20.312" v="161" actId="47"/>
        <pc:sldMkLst>
          <pc:docMk/>
          <pc:sldMk cId="0" sldId="259"/>
        </pc:sldMkLst>
      </pc:sldChg>
      <pc:sldChg chg="del">
        <pc:chgData name="Tanakorn Tongyam" userId="d83c7f16-30d8-4eb0-aeb2-6abb05fe0f10" providerId="ADAL" clId="{63E649D8-B086-4655-8BD5-AF1AFFF0D0B5}" dt="2026-09-13T11:52:20.587" v="199" actId="47"/>
        <pc:sldMkLst>
          <pc:docMk/>
          <pc:sldMk cId="0" sldId="260"/>
        </pc:sldMkLst>
      </pc:sldChg>
      <pc:sldChg chg="del">
        <pc:chgData name="Tanakorn Tongyam" userId="d83c7f16-30d8-4eb0-aeb2-6abb05fe0f10" providerId="ADAL" clId="{63E649D8-B086-4655-8BD5-AF1AFFF0D0B5}" dt="2026-09-13T11:52:29.974" v="200" actId="47"/>
        <pc:sldMkLst>
          <pc:docMk/>
          <pc:sldMk cId="0" sldId="261"/>
        </pc:sldMkLst>
      </pc:sldChg>
      <pc:sldChg chg="addSp delSp modSp mod">
        <pc:chgData name="Tanakorn Tongyam" userId="d83c7f16-30d8-4eb0-aeb2-6abb05fe0f10" providerId="ADAL" clId="{63E649D8-B086-4655-8BD5-AF1AFFF0D0B5}" dt="2026-09-13T13:30:35.112" v="204" actId="26606"/>
        <pc:sldMkLst>
          <pc:docMk/>
          <pc:sldMk cId="678609790" sldId="262"/>
        </pc:sldMkLst>
        <pc:spChg chg="del">
          <ac:chgData name="Tanakorn Tongyam" userId="d83c7f16-30d8-4eb0-aeb2-6abb05fe0f10" providerId="ADAL" clId="{63E649D8-B086-4655-8BD5-AF1AFFF0D0B5}" dt="2026-09-13T13:30:35.112" v="204" actId="26606"/>
          <ac:spMkLst>
            <pc:docMk/>
            <pc:sldMk cId="678609790" sldId="262"/>
            <ac:spMk id="3" creationId="{0F5A2F4A-1535-C2C3-DB88-F5A48C1258DD}"/>
          </ac:spMkLst>
        </pc:spChg>
        <pc:spChg chg="add del">
          <ac:chgData name="Tanakorn Tongyam" userId="d83c7f16-30d8-4eb0-aeb2-6abb05fe0f10" providerId="ADAL" clId="{63E649D8-B086-4655-8BD5-AF1AFFF0D0B5}" dt="2026-09-13T13:29:49.938" v="202" actId="11529"/>
          <ac:spMkLst>
            <pc:docMk/>
            <pc:sldMk cId="678609790" sldId="262"/>
            <ac:spMk id="6" creationId="{17BAC20B-4BA6-5C33-0357-52BE9F5F1F71}"/>
          </ac:spMkLst>
        </pc:spChg>
        <pc:graphicFrameChg chg="add">
          <ac:chgData name="Tanakorn Tongyam" userId="d83c7f16-30d8-4eb0-aeb2-6abb05fe0f10" providerId="ADAL" clId="{63E649D8-B086-4655-8BD5-AF1AFFF0D0B5}" dt="2026-09-13T13:30:35.112" v="204" actId="26606"/>
          <ac:graphicFrameMkLst>
            <pc:docMk/>
            <pc:sldMk cId="678609790" sldId="262"/>
            <ac:graphicFrameMk id="8" creationId="{09727031-CCAA-5699-7D26-DABE2B746140}"/>
          </ac:graphicFrameMkLst>
        </pc:graphicFrameChg>
        <pc:picChg chg="add mod">
          <ac:chgData name="Tanakorn Tongyam" userId="d83c7f16-30d8-4eb0-aeb2-6abb05fe0f10" providerId="ADAL" clId="{63E649D8-B086-4655-8BD5-AF1AFFF0D0B5}" dt="2026-09-13T11:28:42.459" v="158" actId="1076"/>
          <ac:picMkLst>
            <pc:docMk/>
            <pc:sldMk cId="678609790" sldId="262"/>
            <ac:picMk id="4" creationId="{D60A5130-4E24-765D-EE7A-5A58D928F031}"/>
          </ac:picMkLst>
        </pc:picChg>
        <pc:picChg chg="del">
          <ac:chgData name="Tanakorn Tongyam" userId="d83c7f16-30d8-4eb0-aeb2-6abb05fe0f10" providerId="ADAL" clId="{63E649D8-B086-4655-8BD5-AF1AFFF0D0B5}" dt="2026-09-13T11:28:39.511" v="156" actId="478"/>
          <ac:picMkLst>
            <pc:docMk/>
            <pc:sldMk cId="678609790" sldId="262"/>
            <ac:picMk id="7" creationId="{B71A285E-DC4A-494B-33CA-D8BF86556C04}"/>
          </ac:picMkLst>
        </pc:picChg>
      </pc:sldChg>
      <pc:sldChg chg="addSp delSp modSp mod">
        <pc:chgData name="Tanakorn Tongyam" userId="d83c7f16-30d8-4eb0-aeb2-6abb05fe0f10" providerId="ADAL" clId="{63E649D8-B086-4655-8BD5-AF1AFFF0D0B5}" dt="2026-09-13T13:31:49.774" v="208" actId="1440"/>
        <pc:sldMkLst>
          <pc:docMk/>
          <pc:sldMk cId="1940660286" sldId="263"/>
        </pc:sldMkLst>
        <pc:spChg chg="del">
          <ac:chgData name="Tanakorn Tongyam" userId="d83c7f16-30d8-4eb0-aeb2-6abb05fe0f10" providerId="ADAL" clId="{63E649D8-B086-4655-8BD5-AF1AFFF0D0B5}" dt="2026-09-13T13:31:25.265" v="205" actId="26606"/>
          <ac:spMkLst>
            <pc:docMk/>
            <pc:sldMk cId="1940660286" sldId="263"/>
            <ac:spMk id="11" creationId="{A2E6ED35-C3B4-347C-77AC-BB565EAE1E18}"/>
          </ac:spMkLst>
        </pc:spChg>
        <pc:graphicFrameChg chg="add">
          <ac:chgData name="Tanakorn Tongyam" userId="d83c7f16-30d8-4eb0-aeb2-6abb05fe0f10" providerId="ADAL" clId="{63E649D8-B086-4655-8BD5-AF1AFFF0D0B5}" dt="2026-09-13T13:31:25.265" v="205" actId="26606"/>
          <ac:graphicFrameMkLst>
            <pc:docMk/>
            <pc:sldMk cId="1940660286" sldId="263"/>
            <ac:graphicFrameMk id="15" creationId="{60FF4555-EA99-6739-B018-411C1E4BA85B}"/>
          </ac:graphicFrameMkLst>
        </pc:graphicFrameChg>
        <pc:picChg chg="mod ord">
          <ac:chgData name="Tanakorn Tongyam" userId="d83c7f16-30d8-4eb0-aeb2-6abb05fe0f10" providerId="ADAL" clId="{63E649D8-B086-4655-8BD5-AF1AFFF0D0B5}" dt="2026-09-13T13:31:49.774" v="208" actId="1440"/>
          <ac:picMkLst>
            <pc:docMk/>
            <pc:sldMk cId="1940660286" sldId="263"/>
            <ac:picMk id="13" creationId="{97BF7DCD-0D05-3A2E-CA68-06DE95AFF0A6}"/>
          </ac:picMkLst>
        </pc:picChg>
      </pc:sldChg>
      <pc:sldChg chg="addSp delSp mod">
        <pc:chgData name="Tanakorn Tongyam" userId="d83c7f16-30d8-4eb0-aeb2-6abb05fe0f10" providerId="ADAL" clId="{63E649D8-B086-4655-8BD5-AF1AFFF0D0B5}" dt="2026-09-13T13:32:32.255" v="210" actId="26606"/>
        <pc:sldMkLst>
          <pc:docMk/>
          <pc:sldMk cId="3307243580" sldId="264"/>
        </pc:sldMkLst>
        <pc:spChg chg="del">
          <ac:chgData name="Tanakorn Tongyam" userId="d83c7f16-30d8-4eb0-aeb2-6abb05fe0f10" providerId="ADAL" clId="{63E649D8-B086-4655-8BD5-AF1AFFF0D0B5}" dt="2026-09-13T13:32:32.255" v="210" actId="26606"/>
          <ac:spMkLst>
            <pc:docMk/>
            <pc:sldMk cId="3307243580" sldId="264"/>
            <ac:spMk id="7" creationId="{C4ACC968-4CDB-8E51-94B0-7CB46B5A1EF9}"/>
          </ac:spMkLst>
        </pc:spChg>
        <pc:graphicFrameChg chg="add">
          <ac:chgData name="Tanakorn Tongyam" userId="d83c7f16-30d8-4eb0-aeb2-6abb05fe0f10" providerId="ADAL" clId="{63E649D8-B086-4655-8BD5-AF1AFFF0D0B5}" dt="2026-09-13T13:32:32.255" v="210" actId="26606"/>
          <ac:graphicFrameMkLst>
            <pc:docMk/>
            <pc:sldMk cId="3307243580" sldId="264"/>
            <ac:graphicFrameMk id="13" creationId="{C4B92C1F-7B3C-9086-2ACD-D07121903D45}"/>
          </ac:graphicFrameMkLst>
        </pc:graphicFrameChg>
      </pc:sldChg>
      <pc:sldChg chg="addSp delSp modSp new mod">
        <pc:chgData name="Tanakorn Tongyam" userId="d83c7f16-30d8-4eb0-aeb2-6abb05fe0f10" providerId="ADAL" clId="{63E649D8-B086-4655-8BD5-AF1AFFF0D0B5}" dt="2026-09-13T13:32:11.006" v="209" actId="26606"/>
        <pc:sldMkLst>
          <pc:docMk/>
          <pc:sldMk cId="1136545062" sldId="265"/>
        </pc:sldMkLst>
        <pc:spChg chg="add mod">
          <ac:chgData name="Tanakorn Tongyam" userId="d83c7f16-30d8-4eb0-aeb2-6abb05fe0f10" providerId="ADAL" clId="{63E649D8-B086-4655-8BD5-AF1AFFF0D0B5}" dt="2026-09-13T11:05:18.205" v="6" actId="113"/>
          <ac:spMkLst>
            <pc:docMk/>
            <pc:sldMk cId="1136545062" sldId="265"/>
            <ac:spMk id="3" creationId="{A7BD63DA-B8D2-1806-6BC0-6BC6003EF52C}"/>
          </ac:spMkLst>
        </pc:spChg>
        <pc:spChg chg="add mod">
          <ac:chgData name="Tanakorn Tongyam" userId="d83c7f16-30d8-4eb0-aeb2-6abb05fe0f10" providerId="ADAL" clId="{63E649D8-B086-4655-8BD5-AF1AFFF0D0B5}" dt="2026-09-13T11:06:03.746" v="13" actId="20577"/>
          <ac:spMkLst>
            <pc:docMk/>
            <pc:sldMk cId="1136545062" sldId="265"/>
            <ac:spMk id="5" creationId="{E7DA1F8B-17AB-5214-8DD5-093C02A4DD7F}"/>
          </ac:spMkLst>
        </pc:spChg>
        <pc:spChg chg="add del mod">
          <ac:chgData name="Tanakorn Tongyam" userId="d83c7f16-30d8-4eb0-aeb2-6abb05fe0f10" providerId="ADAL" clId="{63E649D8-B086-4655-8BD5-AF1AFFF0D0B5}" dt="2026-09-13T13:32:11.006" v="209" actId="26606"/>
          <ac:spMkLst>
            <pc:docMk/>
            <pc:sldMk cId="1136545062" sldId="265"/>
            <ac:spMk id="9" creationId="{6F279FA6-59FE-3469-A830-73FD80316606}"/>
          </ac:spMkLst>
        </pc:spChg>
        <pc:spChg chg="add mod">
          <ac:chgData name="Tanakorn Tongyam" userId="d83c7f16-30d8-4eb0-aeb2-6abb05fe0f10" providerId="ADAL" clId="{63E649D8-B086-4655-8BD5-AF1AFFF0D0B5}" dt="2026-09-13T11:10:19.070" v="45" actId="207"/>
          <ac:spMkLst>
            <pc:docMk/>
            <pc:sldMk cId="1136545062" sldId="265"/>
            <ac:spMk id="14" creationId="{9CF01A07-A20E-3FCD-DA64-D8FB4C2F4C7D}"/>
          </ac:spMkLst>
        </pc:spChg>
        <pc:graphicFrameChg chg="add">
          <ac:chgData name="Tanakorn Tongyam" userId="d83c7f16-30d8-4eb0-aeb2-6abb05fe0f10" providerId="ADAL" clId="{63E649D8-B086-4655-8BD5-AF1AFFF0D0B5}" dt="2026-09-13T13:32:11.006" v="209" actId="26606"/>
          <ac:graphicFrameMkLst>
            <pc:docMk/>
            <pc:sldMk cId="1136545062" sldId="265"/>
            <ac:graphicFrameMk id="18" creationId="{DCC903E7-591D-4416-8465-EA8C790A461C}"/>
          </ac:graphicFrameMkLst>
        </pc:graphicFrameChg>
        <pc:picChg chg="add del mod">
          <ac:chgData name="Tanakorn Tongyam" userId="d83c7f16-30d8-4eb0-aeb2-6abb05fe0f10" providerId="ADAL" clId="{63E649D8-B086-4655-8BD5-AF1AFFF0D0B5}" dt="2026-09-13T11:18:31.497" v="70" actId="478"/>
          <ac:picMkLst>
            <pc:docMk/>
            <pc:sldMk cId="1136545062" sldId="265"/>
            <ac:picMk id="7" creationId="{38D98470-D542-D2CB-E678-A7DD89465744}"/>
          </ac:picMkLst>
        </pc:picChg>
        <pc:picChg chg="add mod">
          <ac:chgData name="Tanakorn Tongyam" userId="d83c7f16-30d8-4eb0-aeb2-6abb05fe0f10" providerId="ADAL" clId="{63E649D8-B086-4655-8BD5-AF1AFFF0D0B5}" dt="2026-09-13T11:10:00.533" v="40" actId="1076"/>
          <ac:picMkLst>
            <pc:docMk/>
            <pc:sldMk cId="1136545062" sldId="265"/>
            <ac:picMk id="11" creationId="{0F3D300D-FFAA-8C6F-D6C1-D13EC3997EFD}"/>
          </ac:picMkLst>
        </pc:picChg>
        <pc:picChg chg="add mod">
          <ac:chgData name="Tanakorn Tongyam" userId="d83c7f16-30d8-4eb0-aeb2-6abb05fe0f10" providerId="ADAL" clId="{63E649D8-B086-4655-8BD5-AF1AFFF0D0B5}" dt="2026-09-13T11:10:04.716" v="43" actId="1076"/>
          <ac:picMkLst>
            <pc:docMk/>
            <pc:sldMk cId="1136545062" sldId="265"/>
            <ac:picMk id="13" creationId="{8219DD3D-64EA-A50D-172A-4532D67461A0}"/>
          </ac:picMkLst>
        </pc:picChg>
        <pc:picChg chg="add mod">
          <ac:chgData name="Tanakorn Tongyam" userId="d83c7f16-30d8-4eb0-aeb2-6abb05fe0f10" providerId="ADAL" clId="{63E649D8-B086-4655-8BD5-AF1AFFF0D0B5}" dt="2026-09-13T11:18:45.814" v="74" actId="14100"/>
          <ac:picMkLst>
            <pc:docMk/>
            <pc:sldMk cId="1136545062" sldId="265"/>
            <ac:picMk id="16" creationId="{52F29F3C-A674-3008-6120-8B60F37388F9}"/>
          </ac:picMkLst>
        </pc:picChg>
      </pc:sldChg>
      <pc:sldChg chg="addSp delSp modSp new mod">
        <pc:chgData name="Tanakorn Tongyam" userId="d83c7f16-30d8-4eb0-aeb2-6abb05fe0f10" providerId="ADAL" clId="{63E649D8-B086-4655-8BD5-AF1AFFF0D0B5}" dt="2026-09-13T13:35:27.271" v="230" actId="1076"/>
        <pc:sldMkLst>
          <pc:docMk/>
          <pc:sldMk cId="1179700341" sldId="266"/>
        </pc:sldMkLst>
        <pc:spChg chg="add mod">
          <ac:chgData name="Tanakorn Tongyam" userId="d83c7f16-30d8-4eb0-aeb2-6abb05fe0f10" providerId="ADAL" clId="{63E649D8-B086-4655-8BD5-AF1AFFF0D0B5}" dt="2026-09-13T11:11:01.711" v="53" actId="2711"/>
          <ac:spMkLst>
            <pc:docMk/>
            <pc:sldMk cId="1179700341" sldId="266"/>
            <ac:spMk id="3" creationId="{2B9C63A9-8A87-3C30-85D9-F5A23212930C}"/>
          </ac:spMkLst>
        </pc:spChg>
        <pc:spChg chg="add mod">
          <ac:chgData name="Tanakorn Tongyam" userId="d83c7f16-30d8-4eb0-aeb2-6abb05fe0f10" providerId="ADAL" clId="{63E649D8-B086-4655-8BD5-AF1AFFF0D0B5}" dt="2026-09-13T11:26:18.963" v="98" actId="1076"/>
          <ac:spMkLst>
            <pc:docMk/>
            <pc:sldMk cId="1179700341" sldId="266"/>
            <ac:spMk id="5" creationId="{D86E9D90-D74E-AF4D-6DF8-6B77C1CE8B52}"/>
          </ac:spMkLst>
        </pc:spChg>
        <pc:spChg chg="add del mod">
          <ac:chgData name="Tanakorn Tongyam" userId="d83c7f16-30d8-4eb0-aeb2-6abb05fe0f10" providerId="ADAL" clId="{63E649D8-B086-4655-8BD5-AF1AFFF0D0B5}" dt="2026-09-13T13:35:18.666" v="228" actId="478"/>
          <ac:spMkLst>
            <pc:docMk/>
            <pc:sldMk cId="1179700341" sldId="266"/>
            <ac:spMk id="17" creationId="{F28D1AF0-64EB-7E5C-9C62-F2E512E37D14}"/>
          </ac:spMkLst>
        </pc:spChg>
        <pc:spChg chg="add mod">
          <ac:chgData name="Tanakorn Tongyam" userId="d83c7f16-30d8-4eb0-aeb2-6abb05fe0f10" providerId="ADAL" clId="{63E649D8-B086-4655-8BD5-AF1AFFF0D0B5}" dt="2026-09-13T11:27:17.621" v="155" actId="2711"/>
          <ac:spMkLst>
            <pc:docMk/>
            <pc:sldMk cId="1179700341" sldId="266"/>
            <ac:spMk id="19" creationId="{26D6AC59-1DDB-F9D5-8C08-1FE3060FBEE5}"/>
          </ac:spMkLst>
        </pc:spChg>
        <pc:spChg chg="add mod">
          <ac:chgData name="Tanakorn Tongyam" userId="d83c7f16-30d8-4eb0-aeb2-6abb05fe0f10" providerId="ADAL" clId="{63E649D8-B086-4655-8BD5-AF1AFFF0D0B5}" dt="2026-09-13T13:35:27.271" v="230" actId="1076"/>
          <ac:spMkLst>
            <pc:docMk/>
            <pc:sldMk cId="1179700341" sldId="266"/>
            <ac:spMk id="20" creationId="{86756938-3A84-551E-0AB7-F7EAE6D4DD8E}"/>
          </ac:spMkLst>
        </pc:spChg>
        <pc:picChg chg="add del mod">
          <ac:chgData name="Tanakorn Tongyam" userId="d83c7f16-30d8-4eb0-aeb2-6abb05fe0f10" providerId="ADAL" clId="{63E649D8-B086-4655-8BD5-AF1AFFF0D0B5}" dt="2026-09-13T11:22:16.600" v="75" actId="478"/>
          <ac:picMkLst>
            <pc:docMk/>
            <pc:sldMk cId="1179700341" sldId="266"/>
            <ac:picMk id="7" creationId="{0647317E-F89B-359B-7EEE-F264DD25815E}"/>
          </ac:picMkLst>
        </pc:picChg>
        <pc:picChg chg="add mod">
          <ac:chgData name="Tanakorn Tongyam" userId="d83c7f16-30d8-4eb0-aeb2-6abb05fe0f10" providerId="ADAL" clId="{63E649D8-B086-4655-8BD5-AF1AFFF0D0B5}" dt="2026-09-13T11:24:59.638" v="92" actId="1076"/>
          <ac:picMkLst>
            <pc:docMk/>
            <pc:sldMk cId="1179700341" sldId="266"/>
            <ac:picMk id="9" creationId="{D7CEE2C3-1A1B-3138-2BE3-0E91D3E4F9F0}"/>
          </ac:picMkLst>
        </pc:picChg>
        <pc:picChg chg="add mod">
          <ac:chgData name="Tanakorn Tongyam" userId="d83c7f16-30d8-4eb0-aeb2-6abb05fe0f10" providerId="ADAL" clId="{63E649D8-B086-4655-8BD5-AF1AFFF0D0B5}" dt="2026-09-13T11:25:04.380" v="95" actId="1076"/>
          <ac:picMkLst>
            <pc:docMk/>
            <pc:sldMk cId="1179700341" sldId="266"/>
            <ac:picMk id="11" creationId="{4AD73AFE-E393-E474-BF6C-3FC646D7A9B4}"/>
          </ac:picMkLst>
        </pc:picChg>
        <pc:picChg chg="add mod">
          <ac:chgData name="Tanakorn Tongyam" userId="d83c7f16-30d8-4eb0-aeb2-6abb05fe0f10" providerId="ADAL" clId="{63E649D8-B086-4655-8BD5-AF1AFFF0D0B5}" dt="2026-09-13T11:25:03.079" v="94" actId="1076"/>
          <ac:picMkLst>
            <pc:docMk/>
            <pc:sldMk cId="1179700341" sldId="266"/>
            <ac:picMk id="13" creationId="{EDE79322-09A5-3BC4-76AE-076BBF74FC9B}"/>
          </ac:picMkLst>
        </pc:picChg>
        <pc:picChg chg="add mod">
          <ac:chgData name="Tanakorn Tongyam" userId="d83c7f16-30d8-4eb0-aeb2-6abb05fe0f10" providerId="ADAL" clId="{63E649D8-B086-4655-8BD5-AF1AFFF0D0B5}" dt="2026-09-13T11:26:09.672" v="97" actId="1076"/>
          <ac:picMkLst>
            <pc:docMk/>
            <pc:sldMk cId="1179700341" sldId="266"/>
            <ac:picMk id="15" creationId="{C2A83537-73DC-B21B-F9BF-3588731568F6}"/>
          </ac:picMkLst>
        </pc:picChg>
      </pc:sldChg>
      <pc:sldChg chg="addSp delSp modSp new mod">
        <pc:chgData name="Tanakorn Tongyam" userId="d83c7f16-30d8-4eb0-aeb2-6abb05fe0f10" providerId="ADAL" clId="{63E649D8-B086-4655-8BD5-AF1AFFF0D0B5}" dt="2026-09-13T13:37:07.184" v="264" actId="207"/>
        <pc:sldMkLst>
          <pc:docMk/>
          <pc:sldMk cId="3562615932" sldId="267"/>
        </pc:sldMkLst>
        <pc:spChg chg="add mod">
          <ac:chgData name="Tanakorn Tongyam" userId="d83c7f16-30d8-4eb0-aeb2-6abb05fe0f10" providerId="ADAL" clId="{63E649D8-B086-4655-8BD5-AF1AFFF0D0B5}" dt="2026-09-13T11:45:10.645" v="171" actId="1076"/>
          <ac:spMkLst>
            <pc:docMk/>
            <pc:sldMk cId="3562615932" sldId="267"/>
            <ac:spMk id="3" creationId="{DBDA0039-3069-CE28-79CF-7E645BE51B72}"/>
          </ac:spMkLst>
        </pc:spChg>
        <pc:spChg chg="add mod">
          <ac:chgData name="Tanakorn Tongyam" userId="d83c7f16-30d8-4eb0-aeb2-6abb05fe0f10" providerId="ADAL" clId="{63E649D8-B086-4655-8BD5-AF1AFFF0D0B5}" dt="2026-09-13T11:45:14.752" v="173" actId="404"/>
          <ac:spMkLst>
            <pc:docMk/>
            <pc:sldMk cId="3562615932" sldId="267"/>
            <ac:spMk id="5" creationId="{EEC67D54-886A-2A20-B209-285F6E88B90D}"/>
          </ac:spMkLst>
        </pc:spChg>
        <pc:spChg chg="add del mod">
          <ac:chgData name="Tanakorn Tongyam" userId="d83c7f16-30d8-4eb0-aeb2-6abb05fe0f10" providerId="ADAL" clId="{63E649D8-B086-4655-8BD5-AF1AFFF0D0B5}" dt="2026-09-13T13:36:15.460" v="248" actId="478"/>
          <ac:spMkLst>
            <pc:docMk/>
            <pc:sldMk cId="3562615932" sldId="267"/>
            <ac:spMk id="7" creationId="{C8372B1D-0778-75C0-0509-9287ED6BFB8F}"/>
          </ac:spMkLst>
        </pc:spChg>
        <pc:spChg chg="add del mod topLvl">
          <ac:chgData name="Tanakorn Tongyam" userId="d83c7f16-30d8-4eb0-aeb2-6abb05fe0f10" providerId="ADAL" clId="{63E649D8-B086-4655-8BD5-AF1AFFF0D0B5}" dt="2026-09-13T13:34:03.278" v="219" actId="478"/>
          <ac:spMkLst>
            <pc:docMk/>
            <pc:sldMk cId="3562615932" sldId="267"/>
            <ac:spMk id="11" creationId="{B1EB4797-E8A7-5B56-39DB-BDFE0C1222B4}"/>
          </ac:spMkLst>
        </pc:spChg>
        <pc:spChg chg="add mod topLvl">
          <ac:chgData name="Tanakorn Tongyam" userId="d83c7f16-30d8-4eb0-aeb2-6abb05fe0f10" providerId="ADAL" clId="{63E649D8-B086-4655-8BD5-AF1AFFF0D0B5}" dt="2026-09-13T13:36:24.996" v="252" actId="1076"/>
          <ac:spMkLst>
            <pc:docMk/>
            <pc:sldMk cId="3562615932" sldId="267"/>
            <ac:spMk id="12" creationId="{77A77738-7172-6DF5-DC46-8BD1D1BAFD84}"/>
          </ac:spMkLst>
        </pc:spChg>
        <pc:spChg chg="add mod">
          <ac:chgData name="Tanakorn Tongyam" userId="d83c7f16-30d8-4eb0-aeb2-6abb05fe0f10" providerId="ADAL" clId="{63E649D8-B086-4655-8BD5-AF1AFFF0D0B5}" dt="2026-09-13T13:37:07.184" v="264" actId="207"/>
          <ac:spMkLst>
            <pc:docMk/>
            <pc:sldMk cId="3562615932" sldId="267"/>
            <ac:spMk id="14" creationId="{46118A84-3CBA-525D-428E-6250E91AC852}"/>
          </ac:spMkLst>
        </pc:spChg>
        <pc:spChg chg="add mod">
          <ac:chgData name="Tanakorn Tongyam" userId="d83c7f16-30d8-4eb0-aeb2-6abb05fe0f10" providerId="ADAL" clId="{63E649D8-B086-4655-8BD5-AF1AFFF0D0B5}" dt="2026-09-13T13:36:19.546" v="250" actId="1076"/>
          <ac:spMkLst>
            <pc:docMk/>
            <pc:sldMk cId="3562615932" sldId="267"/>
            <ac:spMk id="16" creationId="{4ED9DC01-1F3E-6239-30B5-022AC8F8A47C}"/>
          </ac:spMkLst>
        </pc:spChg>
        <pc:spChg chg="add mod">
          <ac:chgData name="Tanakorn Tongyam" userId="d83c7f16-30d8-4eb0-aeb2-6abb05fe0f10" providerId="ADAL" clId="{63E649D8-B086-4655-8BD5-AF1AFFF0D0B5}" dt="2026-09-13T13:36:23.489" v="251" actId="1076"/>
          <ac:spMkLst>
            <pc:docMk/>
            <pc:sldMk cId="3562615932" sldId="267"/>
            <ac:spMk id="18" creationId="{924132B7-B7A5-CBD5-924B-04D13722A5AA}"/>
          </ac:spMkLst>
        </pc:spChg>
        <pc:spChg chg="add mod">
          <ac:chgData name="Tanakorn Tongyam" userId="d83c7f16-30d8-4eb0-aeb2-6abb05fe0f10" providerId="ADAL" clId="{63E649D8-B086-4655-8BD5-AF1AFFF0D0B5}" dt="2026-09-13T13:37:02.486" v="263" actId="1076"/>
          <ac:spMkLst>
            <pc:docMk/>
            <pc:sldMk cId="3562615932" sldId="267"/>
            <ac:spMk id="20" creationId="{FCB5E837-3706-FCF9-7C4D-538472CDA8DC}"/>
          </ac:spMkLst>
        </pc:spChg>
        <pc:grpChg chg="add del mod">
          <ac:chgData name="Tanakorn Tongyam" userId="d83c7f16-30d8-4eb0-aeb2-6abb05fe0f10" providerId="ADAL" clId="{63E649D8-B086-4655-8BD5-AF1AFFF0D0B5}" dt="2026-09-13T13:34:03.278" v="219" actId="478"/>
          <ac:grpSpMkLst>
            <pc:docMk/>
            <pc:sldMk cId="3562615932" sldId="267"/>
            <ac:grpSpMk id="10" creationId="{5EEBAF24-EB12-A5D0-0C84-21A19878C9CA}"/>
          </ac:grpSpMkLst>
        </pc:grpChg>
        <pc:picChg chg="add del mod">
          <ac:chgData name="Tanakorn Tongyam" userId="d83c7f16-30d8-4eb0-aeb2-6abb05fe0f10" providerId="ADAL" clId="{63E649D8-B086-4655-8BD5-AF1AFFF0D0B5}" dt="2026-09-13T11:48:25.296" v="187" actId="478"/>
          <ac:picMkLst>
            <pc:docMk/>
            <pc:sldMk cId="3562615932" sldId="267"/>
            <ac:picMk id="9" creationId="{7043E8F7-E194-0EDA-D754-4F1B3CFCD98F}"/>
          </ac:picMkLst>
        </pc:picChg>
      </pc:sldChg>
      <pc:sldChg chg="addSp delSp modSp new mod">
        <pc:chgData name="Tanakorn Tongyam" userId="d83c7f16-30d8-4eb0-aeb2-6abb05fe0f10" providerId="ADAL" clId="{63E649D8-B086-4655-8BD5-AF1AFFF0D0B5}" dt="2026-09-13T13:33:01.387" v="211" actId="26606"/>
        <pc:sldMkLst>
          <pc:docMk/>
          <pc:sldMk cId="517512658" sldId="268"/>
        </pc:sldMkLst>
        <pc:spChg chg="add mod">
          <ac:chgData name="Tanakorn Tongyam" userId="d83c7f16-30d8-4eb0-aeb2-6abb05fe0f10" providerId="ADAL" clId="{63E649D8-B086-4655-8BD5-AF1AFFF0D0B5}" dt="2026-09-13T11:48:38.971" v="191" actId="1076"/>
          <ac:spMkLst>
            <pc:docMk/>
            <pc:sldMk cId="517512658" sldId="268"/>
            <ac:spMk id="5" creationId="{DCE3F1C5-3AF0-118E-D92B-B4C11BF9375A}"/>
          </ac:spMkLst>
        </pc:spChg>
        <pc:spChg chg="add del mod">
          <ac:chgData name="Tanakorn Tongyam" userId="d83c7f16-30d8-4eb0-aeb2-6abb05fe0f10" providerId="ADAL" clId="{63E649D8-B086-4655-8BD5-AF1AFFF0D0B5}" dt="2026-09-13T13:33:01.387" v="211" actId="26606"/>
          <ac:spMkLst>
            <pc:docMk/>
            <pc:sldMk cId="517512658" sldId="268"/>
            <ac:spMk id="7" creationId="{6A05C1B4-C7FF-851E-6E2C-2D026B657B6D}"/>
          </ac:spMkLst>
        </pc:spChg>
        <pc:graphicFrameChg chg="add">
          <ac:chgData name="Tanakorn Tongyam" userId="d83c7f16-30d8-4eb0-aeb2-6abb05fe0f10" providerId="ADAL" clId="{63E649D8-B086-4655-8BD5-AF1AFFF0D0B5}" dt="2026-09-13T13:33:01.387" v="211" actId="26606"/>
          <ac:graphicFrameMkLst>
            <pc:docMk/>
            <pc:sldMk cId="517512658" sldId="268"/>
            <ac:graphicFrameMk id="9" creationId="{683B1BF1-E7E2-6225-44C2-73D697965E61}"/>
          </ac:graphicFrameMkLst>
        </pc:graphicFrameChg>
        <pc:picChg chg="add mod">
          <ac:chgData name="Tanakorn Tongyam" userId="d83c7f16-30d8-4eb0-aeb2-6abb05fe0f10" providerId="ADAL" clId="{63E649D8-B086-4655-8BD5-AF1AFFF0D0B5}" dt="2026-09-13T11:48:40.324" v="192" actId="1076"/>
          <ac:picMkLst>
            <pc:docMk/>
            <pc:sldMk cId="517512658" sldId="268"/>
            <ac:picMk id="3" creationId="{9ED96114-F265-1D9D-3D1F-B02466CA4E81}"/>
          </ac:picMkLst>
        </pc:picChg>
      </pc:sldChg>
      <pc:sldChg chg="addSp modSp new del mod">
        <pc:chgData name="Tanakorn Tongyam" userId="d83c7f16-30d8-4eb0-aeb2-6abb05fe0f10" providerId="ADAL" clId="{63E649D8-B086-4655-8BD5-AF1AFFF0D0B5}" dt="2026-09-14T03:57:31.532" v="506" actId="47"/>
        <pc:sldMkLst>
          <pc:docMk/>
          <pc:sldMk cId="1627330474" sldId="269"/>
        </pc:sldMkLst>
        <pc:spChg chg="add mod">
          <ac:chgData name="Tanakorn Tongyam" userId="d83c7f16-30d8-4eb0-aeb2-6abb05fe0f10" providerId="ADAL" clId="{63E649D8-B086-4655-8BD5-AF1AFFF0D0B5}" dt="2026-09-14T03:55:33.397" v="451" actId="1076"/>
          <ac:spMkLst>
            <pc:docMk/>
            <pc:sldMk cId="1627330474" sldId="269"/>
            <ac:spMk id="2" creationId="{D4A992B5-52D4-2F55-05D4-E7A6E8144020}"/>
          </ac:spMkLst>
        </pc:spChg>
      </pc:sldChg>
      <pc:sldChg chg="new del">
        <pc:chgData name="Tanakorn Tongyam" userId="d83c7f16-30d8-4eb0-aeb2-6abb05fe0f10" providerId="ADAL" clId="{63E649D8-B086-4655-8BD5-AF1AFFF0D0B5}" dt="2026-09-13T11:52:19.741" v="198" actId="47"/>
        <pc:sldMkLst>
          <pc:docMk/>
          <pc:sldMk cId="3694135824" sldId="269"/>
        </pc:sldMkLst>
      </pc:sldChg>
      <pc:sldChg chg="addSp modSp new mod">
        <pc:chgData name="Tanakorn Tongyam" userId="d83c7f16-30d8-4eb0-aeb2-6abb05fe0f10" providerId="ADAL" clId="{63E649D8-B086-4655-8BD5-AF1AFFF0D0B5}" dt="2026-09-14T04:09:52.966" v="680" actId="207"/>
        <pc:sldMkLst>
          <pc:docMk/>
          <pc:sldMk cId="3662944436" sldId="270"/>
        </pc:sldMkLst>
        <pc:spChg chg="add mod">
          <ac:chgData name="Tanakorn Tongyam" userId="d83c7f16-30d8-4eb0-aeb2-6abb05fe0f10" providerId="ADAL" clId="{63E649D8-B086-4655-8BD5-AF1AFFF0D0B5}" dt="2026-09-14T04:09:52.966" v="680" actId="207"/>
          <ac:spMkLst>
            <pc:docMk/>
            <pc:sldMk cId="3662944436" sldId="270"/>
            <ac:spMk id="6" creationId="{E4574D73-045A-AFFC-9717-FA2482AE866A}"/>
          </ac:spMkLst>
        </pc:spChg>
        <pc:spChg chg="add mod">
          <ac:chgData name="Tanakorn Tongyam" userId="d83c7f16-30d8-4eb0-aeb2-6abb05fe0f10" providerId="ADAL" clId="{63E649D8-B086-4655-8BD5-AF1AFFF0D0B5}" dt="2026-09-14T04:09:24.249" v="670" actId="207"/>
          <ac:spMkLst>
            <pc:docMk/>
            <pc:sldMk cId="3662944436" sldId="270"/>
            <ac:spMk id="8" creationId="{FE64E1D6-B481-C470-C44A-B64697A7C3EB}"/>
          </ac:spMkLst>
        </pc:spChg>
        <pc:spChg chg="add mod ord">
          <ac:chgData name="Tanakorn Tongyam" userId="d83c7f16-30d8-4eb0-aeb2-6abb05fe0f10" providerId="ADAL" clId="{63E649D8-B086-4655-8BD5-AF1AFFF0D0B5}" dt="2026-09-14T04:09:36.079" v="674" actId="167"/>
          <ac:spMkLst>
            <pc:docMk/>
            <pc:sldMk cId="3662944436" sldId="270"/>
            <ac:spMk id="10" creationId="{5843B18C-3262-DD01-A942-AAB4D25AE896}"/>
          </ac:spMkLst>
        </pc:spChg>
        <pc:spChg chg="add mod ord">
          <ac:chgData name="Tanakorn Tongyam" userId="d83c7f16-30d8-4eb0-aeb2-6abb05fe0f10" providerId="ADAL" clId="{63E649D8-B086-4655-8BD5-AF1AFFF0D0B5}" dt="2026-09-14T04:08:39.387" v="656" actId="167"/>
          <ac:spMkLst>
            <pc:docMk/>
            <pc:sldMk cId="3662944436" sldId="270"/>
            <ac:spMk id="12" creationId="{64FB7DBD-D2D5-4346-D0B2-608BCF14BCF5}"/>
          </ac:spMkLst>
        </pc:spChg>
        <pc:picChg chg="add mod">
          <ac:chgData name="Tanakorn Tongyam" userId="d83c7f16-30d8-4eb0-aeb2-6abb05fe0f10" providerId="ADAL" clId="{63E649D8-B086-4655-8BD5-AF1AFFF0D0B5}" dt="2026-09-14T03:59:38.219" v="562" actId="1076"/>
          <ac:picMkLst>
            <pc:docMk/>
            <pc:sldMk cId="3662944436" sldId="270"/>
            <ac:picMk id="3" creationId="{7FA5655E-13FD-7538-146D-04BCBCB664DE}"/>
          </ac:picMkLst>
        </pc:picChg>
        <pc:picChg chg="add mod">
          <ac:chgData name="Tanakorn Tongyam" userId="d83c7f16-30d8-4eb0-aeb2-6abb05fe0f10" providerId="ADAL" clId="{63E649D8-B086-4655-8BD5-AF1AFFF0D0B5}" dt="2026-09-14T03:59:38.219" v="562" actId="1076"/>
          <ac:picMkLst>
            <pc:docMk/>
            <pc:sldMk cId="3662944436" sldId="270"/>
            <ac:picMk id="5" creationId="{B5C15564-C1FD-1D5A-7DF6-D5FB052320CE}"/>
          </ac:picMkLst>
        </pc:picChg>
      </pc:sldChg>
      <pc:sldChg chg="new del">
        <pc:chgData name="Tanakorn Tongyam" userId="d83c7f16-30d8-4eb0-aeb2-6abb05fe0f10" providerId="ADAL" clId="{63E649D8-B086-4655-8BD5-AF1AFFF0D0B5}" dt="2026-09-14T03:55:52.208" v="457" actId="47"/>
        <pc:sldMkLst>
          <pc:docMk/>
          <pc:sldMk cId="3767845681" sldId="271"/>
        </pc:sldMkLst>
      </pc:sldChg>
      <pc:sldChg chg="delSp modSp add mod ord">
        <pc:chgData name="Tanakorn Tongyam" userId="d83c7f16-30d8-4eb0-aeb2-6abb05fe0f10" providerId="ADAL" clId="{63E649D8-B086-4655-8BD5-AF1AFFF0D0B5}" dt="2026-09-14T03:59:25.343" v="561" actId="20577"/>
        <pc:sldMkLst>
          <pc:docMk/>
          <pc:sldMk cId="4011070523" sldId="271"/>
        </pc:sldMkLst>
        <pc:spChg chg="mod">
          <ac:chgData name="Tanakorn Tongyam" userId="d83c7f16-30d8-4eb0-aeb2-6abb05fe0f10" providerId="ADAL" clId="{63E649D8-B086-4655-8BD5-AF1AFFF0D0B5}" dt="2026-09-14T03:59:25.343" v="561" actId="20577"/>
          <ac:spMkLst>
            <pc:docMk/>
            <pc:sldMk cId="4011070523" sldId="271"/>
            <ac:spMk id="2" creationId="{8E9BB0E0-30D0-03AF-F178-AEC1E4B33B4E}"/>
          </ac:spMkLst>
        </pc:spChg>
        <pc:spChg chg="del">
          <ac:chgData name="Tanakorn Tongyam" userId="d83c7f16-30d8-4eb0-aeb2-6abb05fe0f10" providerId="ADAL" clId="{63E649D8-B086-4655-8BD5-AF1AFFF0D0B5}" dt="2026-09-14T03:56:40.692" v="500" actId="478"/>
          <ac:spMkLst>
            <pc:docMk/>
            <pc:sldMk cId="4011070523" sldId="271"/>
            <ac:spMk id="3" creationId="{A66C7371-5D34-9C91-EB7B-5D6FB6E48C8F}"/>
          </ac:spMkLst>
        </pc:spChg>
      </pc:sldChg>
      <pc:sldChg chg="addSp delSp modSp new del mod">
        <pc:chgData name="Tanakorn Tongyam" userId="d83c7f16-30d8-4eb0-aeb2-6abb05fe0f10" providerId="ADAL" clId="{63E649D8-B086-4655-8BD5-AF1AFFF0D0B5}" dt="2026-09-14T03:56:01.725" v="466" actId="680"/>
        <pc:sldMkLst>
          <pc:docMk/>
          <pc:sldMk cId="4030537427" sldId="271"/>
        </pc:sldMkLst>
        <pc:spChg chg="add del mod">
          <ac:chgData name="Tanakorn Tongyam" userId="d83c7f16-30d8-4eb0-aeb2-6abb05fe0f10" providerId="ADAL" clId="{63E649D8-B086-4655-8BD5-AF1AFFF0D0B5}" dt="2026-09-14T03:56:00.896" v="465" actId="767"/>
          <ac:spMkLst>
            <pc:docMk/>
            <pc:sldMk cId="4030537427" sldId="271"/>
            <ac:spMk id="2" creationId="{30EDA440-B7E3-54AF-EB14-BBE4E908787B}"/>
          </ac:spMkLst>
        </pc:spChg>
      </pc:sldChg>
      <pc:sldChg chg="addSp delSp modSp new mod">
        <pc:chgData name="Tanakorn Tongyam" userId="d83c7f16-30d8-4eb0-aeb2-6abb05fe0f10" providerId="ADAL" clId="{63E649D8-B086-4655-8BD5-AF1AFFF0D0B5}" dt="2026-09-14T04:08:04.900" v="648" actId="14100"/>
        <pc:sldMkLst>
          <pc:docMk/>
          <pc:sldMk cId="1940888936" sldId="272"/>
        </pc:sldMkLst>
        <pc:spChg chg="add del mod">
          <ac:chgData name="Tanakorn Tongyam" userId="d83c7f16-30d8-4eb0-aeb2-6abb05fe0f10" providerId="ADAL" clId="{63E649D8-B086-4655-8BD5-AF1AFFF0D0B5}" dt="2026-09-14T03:57:30.678" v="505"/>
          <ac:spMkLst>
            <pc:docMk/>
            <pc:sldMk cId="1940888936" sldId="272"/>
            <ac:spMk id="2" creationId="{4AD71BC8-234D-D6D9-429C-ABBEC92FB191}"/>
          </ac:spMkLst>
        </pc:spChg>
        <pc:spChg chg="add del mod">
          <ac:chgData name="Tanakorn Tongyam" userId="d83c7f16-30d8-4eb0-aeb2-6abb05fe0f10" providerId="ADAL" clId="{63E649D8-B086-4655-8BD5-AF1AFFF0D0B5}" dt="2026-09-14T03:59:58.024" v="567" actId="478"/>
          <ac:spMkLst>
            <pc:docMk/>
            <pc:sldMk cId="1940888936" sldId="272"/>
            <ac:spMk id="3" creationId="{D40776C5-985E-A80E-5957-8BDF1F86966B}"/>
          </ac:spMkLst>
        </pc:spChg>
        <pc:spChg chg="add del mod">
          <ac:chgData name="Tanakorn Tongyam" userId="d83c7f16-30d8-4eb0-aeb2-6abb05fe0f10" providerId="ADAL" clId="{63E649D8-B086-4655-8BD5-AF1AFFF0D0B5}" dt="2026-09-14T03:59:00.674" v="556" actId="478"/>
          <ac:spMkLst>
            <pc:docMk/>
            <pc:sldMk cId="1940888936" sldId="272"/>
            <ac:spMk id="5" creationId="{54033A37-E37A-90F0-DDAE-846E49E4D127}"/>
          </ac:spMkLst>
        </pc:spChg>
        <pc:spChg chg="add mod">
          <ac:chgData name="Tanakorn Tongyam" userId="d83c7f16-30d8-4eb0-aeb2-6abb05fe0f10" providerId="ADAL" clId="{63E649D8-B086-4655-8BD5-AF1AFFF0D0B5}" dt="2026-09-14T04:06:58.719" v="642" actId="207"/>
          <ac:spMkLst>
            <pc:docMk/>
            <pc:sldMk cId="1940888936" sldId="272"/>
            <ac:spMk id="7" creationId="{FD83128C-EBD3-11FA-25A4-207E0570A30C}"/>
          </ac:spMkLst>
        </pc:spChg>
        <pc:spChg chg="add del mod">
          <ac:chgData name="Tanakorn Tongyam" userId="d83c7f16-30d8-4eb0-aeb2-6abb05fe0f10" providerId="ADAL" clId="{63E649D8-B086-4655-8BD5-AF1AFFF0D0B5}" dt="2026-09-14T04:03:53.150" v="609" actId="26606"/>
          <ac:spMkLst>
            <pc:docMk/>
            <pc:sldMk cId="1940888936" sldId="272"/>
            <ac:spMk id="9" creationId="{CC5E966F-F906-5BA3-9B2D-D0608DDE0092}"/>
          </ac:spMkLst>
        </pc:spChg>
        <pc:spChg chg="add mod">
          <ac:chgData name="Tanakorn Tongyam" userId="d83c7f16-30d8-4eb0-aeb2-6abb05fe0f10" providerId="ADAL" clId="{63E649D8-B086-4655-8BD5-AF1AFFF0D0B5}" dt="2026-09-14T04:06:15.482" v="630" actId="207"/>
          <ac:spMkLst>
            <pc:docMk/>
            <pc:sldMk cId="1940888936" sldId="272"/>
            <ac:spMk id="11" creationId="{7167A115-3098-9B21-701A-0A88D8917B53}"/>
          </ac:spMkLst>
        </pc:spChg>
        <pc:spChg chg="add mod">
          <ac:chgData name="Tanakorn Tongyam" userId="d83c7f16-30d8-4eb0-aeb2-6abb05fe0f10" providerId="ADAL" clId="{63E649D8-B086-4655-8BD5-AF1AFFF0D0B5}" dt="2026-09-14T04:07:58.740" v="647" actId="207"/>
          <ac:spMkLst>
            <pc:docMk/>
            <pc:sldMk cId="1940888936" sldId="272"/>
            <ac:spMk id="13" creationId="{51079087-0224-E064-D7C8-05862B309FEF}"/>
          </ac:spMkLst>
        </pc:spChg>
        <pc:spChg chg="add mod">
          <ac:chgData name="Tanakorn Tongyam" userId="d83c7f16-30d8-4eb0-aeb2-6abb05fe0f10" providerId="ADAL" clId="{63E649D8-B086-4655-8BD5-AF1AFFF0D0B5}" dt="2026-09-14T04:07:58.740" v="647" actId="207"/>
          <ac:spMkLst>
            <pc:docMk/>
            <pc:sldMk cId="1940888936" sldId="272"/>
            <ac:spMk id="15" creationId="{D35474E9-4530-3B75-1FB1-D5FCF0F02223}"/>
          </ac:spMkLst>
        </pc:spChg>
        <pc:spChg chg="add mod">
          <ac:chgData name="Tanakorn Tongyam" userId="d83c7f16-30d8-4eb0-aeb2-6abb05fe0f10" providerId="ADAL" clId="{63E649D8-B086-4655-8BD5-AF1AFFF0D0B5}" dt="2026-09-14T04:07:58.740" v="647" actId="207"/>
          <ac:spMkLst>
            <pc:docMk/>
            <pc:sldMk cId="1940888936" sldId="272"/>
            <ac:spMk id="17" creationId="{9470B5D1-28F0-99E8-383F-3D4742A35EF7}"/>
          </ac:spMkLst>
        </pc:spChg>
        <pc:spChg chg="add mod">
          <ac:chgData name="Tanakorn Tongyam" userId="d83c7f16-30d8-4eb0-aeb2-6abb05fe0f10" providerId="ADAL" clId="{63E649D8-B086-4655-8BD5-AF1AFFF0D0B5}" dt="2026-09-14T04:07:58.740" v="647" actId="207"/>
          <ac:spMkLst>
            <pc:docMk/>
            <pc:sldMk cId="1940888936" sldId="272"/>
            <ac:spMk id="19" creationId="{3D932AE0-DB3F-D2D3-4E54-8EEE681B1B49}"/>
          </ac:spMkLst>
        </pc:spChg>
        <pc:spChg chg="add mod">
          <ac:chgData name="Tanakorn Tongyam" userId="d83c7f16-30d8-4eb0-aeb2-6abb05fe0f10" providerId="ADAL" clId="{63E649D8-B086-4655-8BD5-AF1AFFF0D0B5}" dt="2026-09-14T04:07:58.740" v="647" actId="207"/>
          <ac:spMkLst>
            <pc:docMk/>
            <pc:sldMk cId="1940888936" sldId="272"/>
            <ac:spMk id="21" creationId="{CD822A35-34E1-3106-0C2E-4D14B5DD9408}"/>
          </ac:spMkLst>
        </pc:spChg>
        <pc:spChg chg="add mod">
          <ac:chgData name="Tanakorn Tongyam" userId="d83c7f16-30d8-4eb0-aeb2-6abb05fe0f10" providerId="ADAL" clId="{63E649D8-B086-4655-8BD5-AF1AFFF0D0B5}" dt="2026-09-14T04:07:58.740" v="647" actId="207"/>
          <ac:spMkLst>
            <pc:docMk/>
            <pc:sldMk cId="1940888936" sldId="272"/>
            <ac:spMk id="23" creationId="{33A1A043-A44E-AEF6-291A-C05F92B6EF3A}"/>
          </ac:spMkLst>
        </pc:spChg>
        <pc:spChg chg="add mod ord">
          <ac:chgData name="Tanakorn Tongyam" userId="d83c7f16-30d8-4eb0-aeb2-6abb05fe0f10" providerId="ADAL" clId="{63E649D8-B086-4655-8BD5-AF1AFFF0D0B5}" dt="2026-09-14T04:05:37.315" v="627" actId="14100"/>
          <ac:spMkLst>
            <pc:docMk/>
            <pc:sldMk cId="1940888936" sldId="272"/>
            <ac:spMk id="24" creationId="{605A7011-86A9-B7C6-55EA-B1029049AB96}"/>
          </ac:spMkLst>
        </pc:spChg>
        <pc:spChg chg="add del">
          <ac:chgData name="Tanakorn Tongyam" userId="d83c7f16-30d8-4eb0-aeb2-6abb05fe0f10" providerId="ADAL" clId="{63E649D8-B086-4655-8BD5-AF1AFFF0D0B5}" dt="2026-09-14T04:06:30.012" v="632" actId="22"/>
          <ac:spMkLst>
            <pc:docMk/>
            <pc:sldMk cId="1940888936" sldId="272"/>
            <ac:spMk id="28" creationId="{70A4FD6D-BC2A-52D4-404F-B30385F0EFBD}"/>
          </ac:spMkLst>
        </pc:spChg>
        <pc:spChg chg="add mod ord">
          <ac:chgData name="Tanakorn Tongyam" userId="d83c7f16-30d8-4eb0-aeb2-6abb05fe0f10" providerId="ADAL" clId="{63E649D8-B086-4655-8BD5-AF1AFFF0D0B5}" dt="2026-09-14T04:06:47.627" v="641" actId="14100"/>
          <ac:spMkLst>
            <pc:docMk/>
            <pc:sldMk cId="1940888936" sldId="272"/>
            <ac:spMk id="32" creationId="{1CD81F8B-257C-F5E2-6E4B-A35522B007F4}"/>
          </ac:spMkLst>
        </pc:spChg>
        <pc:spChg chg="add mod ord">
          <ac:chgData name="Tanakorn Tongyam" userId="d83c7f16-30d8-4eb0-aeb2-6abb05fe0f10" providerId="ADAL" clId="{63E649D8-B086-4655-8BD5-AF1AFFF0D0B5}" dt="2026-09-14T04:08:04.900" v="648" actId="14100"/>
          <ac:spMkLst>
            <pc:docMk/>
            <pc:sldMk cId="1940888936" sldId="272"/>
            <ac:spMk id="33" creationId="{A45EDF68-94CC-F653-0CF1-9B38702ADE04}"/>
          </ac:spMkLst>
        </pc:spChg>
        <pc:graphicFrameChg chg="add del">
          <ac:chgData name="Tanakorn Tongyam" userId="d83c7f16-30d8-4eb0-aeb2-6abb05fe0f10" providerId="ADAL" clId="{63E649D8-B086-4655-8BD5-AF1AFFF0D0B5}" dt="2026-09-14T04:03:36.911" v="604" actId="26606"/>
          <ac:graphicFrameMkLst>
            <pc:docMk/>
            <pc:sldMk cId="1940888936" sldId="272"/>
            <ac:graphicFrameMk id="25" creationId="{877D35BF-E9DE-64E7-F865-D35448BDC779}"/>
          </ac:graphicFrameMkLst>
        </pc:graphicFrameChg>
        <pc:graphicFrameChg chg="add del">
          <ac:chgData name="Tanakorn Tongyam" userId="d83c7f16-30d8-4eb0-aeb2-6abb05fe0f10" providerId="ADAL" clId="{63E649D8-B086-4655-8BD5-AF1AFFF0D0B5}" dt="2026-09-14T04:03:43.784" v="606" actId="26606"/>
          <ac:graphicFrameMkLst>
            <pc:docMk/>
            <pc:sldMk cId="1940888936" sldId="272"/>
            <ac:graphicFrameMk id="27" creationId="{001D84FC-6BEA-B80A-7D87-1E92A1129D1E}"/>
          </ac:graphicFrameMkLst>
        </pc:graphicFrameChg>
        <pc:graphicFrameChg chg="add del">
          <ac:chgData name="Tanakorn Tongyam" userId="d83c7f16-30d8-4eb0-aeb2-6abb05fe0f10" providerId="ADAL" clId="{63E649D8-B086-4655-8BD5-AF1AFFF0D0B5}" dt="2026-09-14T04:03:53.121" v="608" actId="26606"/>
          <ac:graphicFrameMkLst>
            <pc:docMk/>
            <pc:sldMk cId="1940888936" sldId="272"/>
            <ac:graphicFrameMk id="29" creationId="{458B01CB-D873-7C6A-B5F2-4C1F5D6A7395}"/>
          </ac:graphicFrameMkLst>
        </pc:graphicFrameChg>
        <pc:graphicFrameChg chg="add mod">
          <ac:chgData name="Tanakorn Tongyam" userId="d83c7f16-30d8-4eb0-aeb2-6abb05fe0f10" providerId="ADAL" clId="{63E649D8-B086-4655-8BD5-AF1AFFF0D0B5}" dt="2026-09-14T04:05:03.056" v="617" actId="2711"/>
          <ac:graphicFrameMkLst>
            <pc:docMk/>
            <pc:sldMk cId="1940888936" sldId="272"/>
            <ac:graphicFrameMk id="31" creationId="{877D35BF-E9DE-64E7-F865-D35448BDC779}"/>
          </ac:graphicFrameMkLst>
        </pc:graphicFrameChg>
      </pc:sldChg>
      <pc:sldChg chg="add del setBg">
        <pc:chgData name="Tanakorn Tongyam" userId="d83c7f16-30d8-4eb0-aeb2-6abb05fe0f10" providerId="ADAL" clId="{63E649D8-B086-4655-8BD5-AF1AFFF0D0B5}" dt="2026-09-14T03:55:42.770" v="454"/>
        <pc:sldMkLst>
          <pc:docMk/>
          <pc:sldMk cId="2145123050" sldId="272"/>
        </pc:sldMkLst>
      </pc:sldChg>
      <pc:sldChg chg="add del setBg">
        <pc:chgData name="Tanakorn Tongyam" userId="d83c7f16-30d8-4eb0-aeb2-6abb05fe0f10" providerId="ADAL" clId="{63E649D8-B086-4655-8BD5-AF1AFFF0D0B5}" dt="2026-09-14T03:55:59.969" v="464"/>
        <pc:sldMkLst>
          <pc:docMk/>
          <pc:sldMk cId="2192811369" sldId="272"/>
        </pc:sldMkLst>
      </pc:sldChg>
      <pc:sldChg chg="add del setBg">
        <pc:chgData name="Tanakorn Tongyam" userId="d83c7f16-30d8-4eb0-aeb2-6abb05fe0f10" providerId="ADAL" clId="{63E649D8-B086-4655-8BD5-AF1AFFF0D0B5}" dt="2026-09-14T03:55:50.602" v="456"/>
        <pc:sldMkLst>
          <pc:docMk/>
          <pc:sldMk cId="4233679753" sldId="272"/>
        </pc:sldMkLst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EAD016-AAAB-4054-B1EB-B66413A550CE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661D2691-C2B0-4F4F-818E-2A5EBF326CAD}">
      <dgm:prSet/>
      <dgm:spPr/>
      <dgm:t>
        <a:bodyPr/>
        <a:lstStyle/>
        <a:p>
          <a:r>
            <a:rPr lang="en-US" b="1"/>
            <a:t>การสร้าง Directory Structure ในเครื่อง Host (เครื่องคอมพิวเตอร์ของเรา)</a:t>
          </a:r>
          <a:endParaRPr lang="en-US"/>
        </a:p>
      </dgm:t>
    </dgm:pt>
    <dgm:pt modelId="{98EF87EB-BD38-4FD0-AFF7-ED2E78E07BD0}" type="parTrans" cxnId="{8221248D-9C2F-4E82-829B-11111E73B642}">
      <dgm:prSet/>
      <dgm:spPr/>
      <dgm:t>
        <a:bodyPr/>
        <a:lstStyle/>
        <a:p>
          <a:endParaRPr lang="en-US"/>
        </a:p>
      </dgm:t>
    </dgm:pt>
    <dgm:pt modelId="{69283A9E-858F-451A-A280-006C2AD1FBE5}" type="sibTrans" cxnId="{8221248D-9C2F-4E82-829B-11111E73B642}">
      <dgm:prSet/>
      <dgm:spPr/>
      <dgm:t>
        <a:bodyPr/>
        <a:lstStyle/>
        <a:p>
          <a:endParaRPr lang="en-US"/>
        </a:p>
      </dgm:t>
    </dgm:pt>
    <dgm:pt modelId="{D09DC420-59D3-48BC-8F82-F548A9A0BD12}">
      <dgm:prSet/>
      <dgm:spPr/>
      <dgm:t>
        <a:bodyPr/>
        <a:lstStyle/>
        <a:p>
          <a:r>
            <a:rPr lang="en-US" dirty="0" err="1"/>
            <a:t>สาเหตุที่เราต้องสร้างโฟลเดอร์ไว้บนเครื่องจริงก่อน</a:t>
          </a:r>
          <a:r>
            <a:rPr lang="en-US" dirty="0"/>
            <a:t> </a:t>
          </a:r>
          <a:r>
            <a:rPr lang="en-US" dirty="0" err="1"/>
            <a:t>เพราะเราจะทำ</a:t>
          </a:r>
          <a:r>
            <a:rPr lang="en-US" dirty="0"/>
            <a:t> </a:t>
          </a:r>
          <a:r>
            <a:rPr lang="en-US" b="1" dirty="0"/>
            <a:t>Volume Mapping (Mounting)</a:t>
          </a:r>
          <a:r>
            <a:rPr lang="en-US" dirty="0"/>
            <a:t> </a:t>
          </a:r>
          <a:r>
            <a:rPr lang="en-US" dirty="0" err="1"/>
            <a:t>เพื่อดึงไฟล์ตั้งค่าความปลอดภัยส่งเข้าไปข้างใน</a:t>
          </a:r>
          <a:r>
            <a:rPr lang="en-US" dirty="0"/>
            <a:t> Docker Container </a:t>
          </a:r>
          <a:r>
            <a:rPr lang="en-US" dirty="0" err="1"/>
            <a:t>ทำให้เราแก้ไขไฟล์บนเครื่องคอมพิวเตอร์ของเราได้สะดวก</a:t>
          </a:r>
          <a:r>
            <a:rPr lang="en-US" dirty="0"/>
            <a:t> </a:t>
          </a:r>
          <a:r>
            <a:rPr lang="en-US" dirty="0" err="1"/>
            <a:t>โดยไม่ต้องเข้าไปแก้ไขข้างใน</a:t>
          </a:r>
          <a:r>
            <a:rPr lang="en-US" dirty="0"/>
            <a:t> Container</a:t>
          </a:r>
        </a:p>
      </dgm:t>
    </dgm:pt>
    <dgm:pt modelId="{F499F04E-1721-4356-AD20-40A312510B55}" type="parTrans" cxnId="{F56EE1C0-414E-4C15-AB5D-3A290FDE66DF}">
      <dgm:prSet/>
      <dgm:spPr/>
      <dgm:t>
        <a:bodyPr/>
        <a:lstStyle/>
        <a:p>
          <a:endParaRPr lang="en-US"/>
        </a:p>
      </dgm:t>
    </dgm:pt>
    <dgm:pt modelId="{0932DA90-134D-44C6-82B3-AECD662943D2}" type="sibTrans" cxnId="{F56EE1C0-414E-4C15-AB5D-3A290FDE66DF}">
      <dgm:prSet/>
      <dgm:spPr/>
      <dgm:t>
        <a:bodyPr/>
        <a:lstStyle/>
        <a:p>
          <a:endParaRPr lang="en-US"/>
        </a:p>
      </dgm:t>
    </dgm:pt>
    <dgm:pt modelId="{51D8B1D9-BF9F-4565-B5E7-931F6FA1B4C4}">
      <dgm:prSet/>
      <dgm:spPr/>
      <dgm:t>
        <a:bodyPr/>
        <a:lstStyle/>
        <a:p>
          <a:r>
            <a:rPr lang="en-US" b="1"/>
            <a:t>การสร้างโฟลเดอร์แบ่งตามระบบปฏิบัติการ:</a:t>
          </a:r>
          <a:endParaRPr lang="en-US"/>
        </a:p>
      </dgm:t>
    </dgm:pt>
    <dgm:pt modelId="{5931E88D-7FDD-4435-9E95-0C81A81A6B8C}" type="parTrans" cxnId="{6BBC8B9E-CBB1-41E9-9B1E-9514C479BDAA}">
      <dgm:prSet/>
      <dgm:spPr/>
      <dgm:t>
        <a:bodyPr/>
        <a:lstStyle/>
        <a:p>
          <a:endParaRPr lang="en-US"/>
        </a:p>
      </dgm:t>
    </dgm:pt>
    <dgm:pt modelId="{8C8D87B0-A36E-4277-AE79-954A7B9BBC57}" type="sibTrans" cxnId="{6BBC8B9E-CBB1-41E9-9B1E-9514C479BDAA}">
      <dgm:prSet/>
      <dgm:spPr/>
      <dgm:t>
        <a:bodyPr/>
        <a:lstStyle/>
        <a:p>
          <a:endParaRPr lang="en-US"/>
        </a:p>
      </dgm:t>
    </dgm:pt>
    <dgm:pt modelId="{C0F39B15-7BCA-4C84-A0C3-0734A25AB26E}">
      <dgm:prSet/>
      <dgm:spPr/>
      <dgm:t>
        <a:bodyPr/>
        <a:lstStyle/>
        <a:p>
          <a:r>
            <a:rPr lang="en-US" b="1"/>
            <a:t>สำหรับ Windows:</a:t>
          </a:r>
          <a:endParaRPr lang="en-US"/>
        </a:p>
      </dgm:t>
    </dgm:pt>
    <dgm:pt modelId="{F83F4AFB-7FB7-471C-8B1B-91DDCD6E278C}" type="parTrans" cxnId="{C3677282-FCE2-4DD4-8DA8-31227A8C9C9E}">
      <dgm:prSet/>
      <dgm:spPr/>
      <dgm:t>
        <a:bodyPr/>
        <a:lstStyle/>
        <a:p>
          <a:endParaRPr lang="en-US"/>
        </a:p>
      </dgm:t>
    </dgm:pt>
    <dgm:pt modelId="{B35E776A-BD90-48AF-AF8F-636C9B1A2023}" type="sibTrans" cxnId="{C3677282-FCE2-4DD4-8DA8-31227A8C9C9E}">
      <dgm:prSet/>
      <dgm:spPr/>
      <dgm:t>
        <a:bodyPr/>
        <a:lstStyle/>
        <a:p>
          <a:endParaRPr lang="en-US"/>
        </a:p>
      </dgm:t>
    </dgm:pt>
    <dgm:pt modelId="{18955CDC-3C30-410F-A99D-ABF9A1C361A8}">
      <dgm:prSet/>
      <dgm:spPr/>
      <dgm:t>
        <a:bodyPr/>
        <a:lstStyle/>
        <a:p>
          <a:r>
            <a:rPr lang="en-US"/>
            <a:t>เปิด </a:t>
          </a:r>
          <a:r>
            <a:rPr lang="en-US" b="1"/>
            <a:t>This PC</a:t>
          </a:r>
          <a:r>
            <a:rPr lang="en-US"/>
            <a:t> เข้าไปยัง C:\ (C Drive)</a:t>
          </a:r>
        </a:p>
      </dgm:t>
    </dgm:pt>
    <dgm:pt modelId="{CB1EF11D-1AC0-40A1-A0AE-4C621BDE18EF}" type="parTrans" cxnId="{A89BFBE7-6141-424C-95CF-B04A90DA5D52}">
      <dgm:prSet/>
      <dgm:spPr/>
      <dgm:t>
        <a:bodyPr/>
        <a:lstStyle/>
        <a:p>
          <a:endParaRPr lang="en-US"/>
        </a:p>
      </dgm:t>
    </dgm:pt>
    <dgm:pt modelId="{82BD102E-BCB4-46CC-A88B-6243F1AB9548}" type="sibTrans" cxnId="{A89BFBE7-6141-424C-95CF-B04A90DA5D52}">
      <dgm:prSet/>
      <dgm:spPr/>
      <dgm:t>
        <a:bodyPr/>
        <a:lstStyle/>
        <a:p>
          <a:endParaRPr lang="en-US"/>
        </a:p>
      </dgm:t>
    </dgm:pt>
    <dgm:pt modelId="{7440B389-C10F-42FF-8461-170469656C20}">
      <dgm:prSet/>
      <dgm:spPr/>
      <dgm:t>
        <a:bodyPr/>
        <a:lstStyle/>
        <a:p>
          <a:r>
            <a:rPr lang="en-US"/>
            <a:t>สร้างโฟลเดอร์ใหม่ชื่อ mosquitto (จะได้ Path เป็น C:\mosquitto)</a:t>
          </a:r>
        </a:p>
      </dgm:t>
    </dgm:pt>
    <dgm:pt modelId="{8D75BB6A-86BA-49A5-B3F2-E9CF6D741D38}" type="parTrans" cxnId="{C5AA14B3-4C5E-4B85-964B-39185208FF1B}">
      <dgm:prSet/>
      <dgm:spPr/>
      <dgm:t>
        <a:bodyPr/>
        <a:lstStyle/>
        <a:p>
          <a:endParaRPr lang="en-US"/>
        </a:p>
      </dgm:t>
    </dgm:pt>
    <dgm:pt modelId="{E97E21B0-D9D6-494A-9A13-3F7991763D94}" type="sibTrans" cxnId="{C5AA14B3-4C5E-4B85-964B-39185208FF1B}">
      <dgm:prSet/>
      <dgm:spPr/>
      <dgm:t>
        <a:bodyPr/>
        <a:lstStyle/>
        <a:p>
          <a:endParaRPr lang="en-US"/>
        </a:p>
      </dgm:t>
    </dgm:pt>
    <dgm:pt modelId="{49E5FF2E-DC8F-4860-BE57-776C0E4B49B2}">
      <dgm:prSet/>
      <dgm:spPr/>
      <dgm:t>
        <a:bodyPr/>
        <a:lstStyle/>
        <a:p>
          <a:r>
            <a:rPr lang="en-US" b="1"/>
            <a:t>สำหรับ Mac / Linux:</a:t>
          </a:r>
          <a:endParaRPr lang="en-US"/>
        </a:p>
      </dgm:t>
    </dgm:pt>
    <dgm:pt modelId="{56727F54-3CBD-437C-81AF-D6AB4C91BBEB}" type="parTrans" cxnId="{B05CD197-2094-4CCF-B18A-5061877417A6}">
      <dgm:prSet/>
      <dgm:spPr/>
      <dgm:t>
        <a:bodyPr/>
        <a:lstStyle/>
        <a:p>
          <a:endParaRPr lang="en-US"/>
        </a:p>
      </dgm:t>
    </dgm:pt>
    <dgm:pt modelId="{2B57840E-3F7C-4D45-A4C0-192D16F5BCC8}" type="sibTrans" cxnId="{B05CD197-2094-4CCF-B18A-5061877417A6}">
      <dgm:prSet/>
      <dgm:spPr/>
      <dgm:t>
        <a:bodyPr/>
        <a:lstStyle/>
        <a:p>
          <a:endParaRPr lang="en-US"/>
        </a:p>
      </dgm:t>
    </dgm:pt>
    <dgm:pt modelId="{3B777FF2-2DF4-4357-B7BF-98CCBAD6D7C1}">
      <dgm:prSet/>
      <dgm:spPr/>
      <dgm:t>
        <a:bodyPr/>
        <a:lstStyle/>
        <a:p>
          <a:r>
            <a:rPr lang="en-US"/>
            <a:t>เปิดโปรแกรม </a:t>
          </a:r>
          <a:r>
            <a:rPr lang="en-US" b="1"/>
            <a:t>Terminal</a:t>
          </a:r>
          <a:endParaRPr lang="en-US"/>
        </a:p>
      </dgm:t>
    </dgm:pt>
    <dgm:pt modelId="{88915C89-743B-412E-B2DC-6FC866B87A89}" type="parTrans" cxnId="{3E19B747-679A-4C49-8E33-587C3BA06C53}">
      <dgm:prSet/>
      <dgm:spPr/>
      <dgm:t>
        <a:bodyPr/>
        <a:lstStyle/>
        <a:p>
          <a:endParaRPr lang="en-US"/>
        </a:p>
      </dgm:t>
    </dgm:pt>
    <dgm:pt modelId="{CD5AFF34-6609-41EF-9929-D1E4818FF402}" type="sibTrans" cxnId="{3E19B747-679A-4C49-8E33-587C3BA06C53}">
      <dgm:prSet/>
      <dgm:spPr/>
      <dgm:t>
        <a:bodyPr/>
        <a:lstStyle/>
        <a:p>
          <a:endParaRPr lang="en-US"/>
        </a:p>
      </dgm:t>
    </dgm:pt>
    <dgm:pt modelId="{2E45B7BD-DDC9-478A-B63F-714D3465201B}">
      <dgm:prSet/>
      <dgm:spPr/>
      <dgm:t>
        <a:bodyPr/>
        <a:lstStyle/>
        <a:p>
          <a:r>
            <a:rPr lang="en-US"/>
            <a:t>พิมพ์คำสั่ง mkdir -p ~/mosquitto เพื่อสร้างโฟลเดอร์ชื่อ mosquitto ไว้ที่ Home Directory</a:t>
          </a:r>
        </a:p>
      </dgm:t>
    </dgm:pt>
    <dgm:pt modelId="{30A57A75-5016-43E6-85A9-6EF4707036E6}" type="parTrans" cxnId="{F9AF9DAF-04EB-4473-B156-B96D5683B14E}">
      <dgm:prSet/>
      <dgm:spPr/>
      <dgm:t>
        <a:bodyPr/>
        <a:lstStyle/>
        <a:p>
          <a:endParaRPr lang="en-US"/>
        </a:p>
      </dgm:t>
    </dgm:pt>
    <dgm:pt modelId="{5979F795-3775-46D0-A254-7A8F722DB01E}" type="sibTrans" cxnId="{F9AF9DAF-04EB-4473-B156-B96D5683B14E}">
      <dgm:prSet/>
      <dgm:spPr/>
      <dgm:t>
        <a:bodyPr/>
        <a:lstStyle/>
        <a:p>
          <a:endParaRPr lang="en-US"/>
        </a:p>
      </dgm:t>
    </dgm:pt>
    <dgm:pt modelId="{BDE766B5-FFC4-42B3-97D6-0B2EFD24A224}" type="pres">
      <dgm:prSet presAssocID="{A2EAD016-AAAB-4054-B1EB-B66413A550CE}" presName="linear" presStyleCnt="0">
        <dgm:presLayoutVars>
          <dgm:animLvl val="lvl"/>
          <dgm:resizeHandles val="exact"/>
        </dgm:presLayoutVars>
      </dgm:prSet>
      <dgm:spPr/>
    </dgm:pt>
    <dgm:pt modelId="{93E74166-43AD-429E-99D5-5E3B8E4294B9}" type="pres">
      <dgm:prSet presAssocID="{661D2691-C2B0-4F4F-818E-2A5EBF326CA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4192245-F34D-4BCC-BF80-6268350C0F93}" type="pres">
      <dgm:prSet presAssocID="{69283A9E-858F-451A-A280-006C2AD1FBE5}" presName="spacer" presStyleCnt="0"/>
      <dgm:spPr/>
    </dgm:pt>
    <dgm:pt modelId="{51EEB540-6009-4043-849C-71C7769E798C}" type="pres">
      <dgm:prSet presAssocID="{D09DC420-59D3-48BC-8F82-F548A9A0BD1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7CC850B-25D2-4064-8555-DAA29F9D9081}" type="pres">
      <dgm:prSet presAssocID="{D09DC420-59D3-48BC-8F82-F548A9A0BD1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CBBC708-98B9-4DAC-BFD8-ACCD4196EF88}" type="presOf" srcId="{D09DC420-59D3-48BC-8F82-F548A9A0BD12}" destId="{51EEB540-6009-4043-849C-71C7769E798C}" srcOrd="0" destOrd="0" presId="urn:microsoft.com/office/officeart/2005/8/layout/vList2"/>
    <dgm:cxn modelId="{A67FB30F-8741-43F0-88CA-4B9C6DC647A5}" type="presOf" srcId="{2E45B7BD-DDC9-478A-B63F-714D3465201B}" destId="{07CC850B-25D2-4064-8555-DAA29F9D9081}" srcOrd="0" destOrd="6" presId="urn:microsoft.com/office/officeart/2005/8/layout/vList2"/>
    <dgm:cxn modelId="{71744A2F-608F-41E6-A495-82F7EC56A40C}" type="presOf" srcId="{49E5FF2E-DC8F-4860-BE57-776C0E4B49B2}" destId="{07CC850B-25D2-4064-8555-DAA29F9D9081}" srcOrd="0" destOrd="4" presId="urn:microsoft.com/office/officeart/2005/8/layout/vList2"/>
    <dgm:cxn modelId="{C2014930-5D69-4971-8F3C-E7F2B98EDE47}" type="presOf" srcId="{A2EAD016-AAAB-4054-B1EB-B66413A550CE}" destId="{BDE766B5-FFC4-42B3-97D6-0B2EFD24A224}" srcOrd="0" destOrd="0" presId="urn:microsoft.com/office/officeart/2005/8/layout/vList2"/>
    <dgm:cxn modelId="{3E19B747-679A-4C49-8E33-587C3BA06C53}" srcId="{49E5FF2E-DC8F-4860-BE57-776C0E4B49B2}" destId="{3B777FF2-2DF4-4357-B7BF-98CCBAD6D7C1}" srcOrd="0" destOrd="0" parTransId="{88915C89-743B-412E-B2DC-6FC866B87A89}" sibTransId="{CD5AFF34-6609-41EF-9929-D1E4818FF402}"/>
    <dgm:cxn modelId="{69C3EA70-684E-4B61-9992-C385F23C75F7}" type="presOf" srcId="{18955CDC-3C30-410F-A99D-ABF9A1C361A8}" destId="{07CC850B-25D2-4064-8555-DAA29F9D9081}" srcOrd="0" destOrd="2" presId="urn:microsoft.com/office/officeart/2005/8/layout/vList2"/>
    <dgm:cxn modelId="{DB946C72-AE18-466C-9918-08ABD63195E9}" type="presOf" srcId="{661D2691-C2B0-4F4F-818E-2A5EBF326CAD}" destId="{93E74166-43AD-429E-99D5-5E3B8E4294B9}" srcOrd="0" destOrd="0" presId="urn:microsoft.com/office/officeart/2005/8/layout/vList2"/>
    <dgm:cxn modelId="{4317CA73-1F4D-4C5F-B04C-FE727738151F}" type="presOf" srcId="{7440B389-C10F-42FF-8461-170469656C20}" destId="{07CC850B-25D2-4064-8555-DAA29F9D9081}" srcOrd="0" destOrd="3" presId="urn:microsoft.com/office/officeart/2005/8/layout/vList2"/>
    <dgm:cxn modelId="{BD7A4858-D1EF-4B22-8545-F3EA772AF626}" type="presOf" srcId="{3B777FF2-2DF4-4357-B7BF-98CCBAD6D7C1}" destId="{07CC850B-25D2-4064-8555-DAA29F9D9081}" srcOrd="0" destOrd="5" presId="urn:microsoft.com/office/officeart/2005/8/layout/vList2"/>
    <dgm:cxn modelId="{C3677282-FCE2-4DD4-8DA8-31227A8C9C9E}" srcId="{51D8B1D9-BF9F-4565-B5E7-931F6FA1B4C4}" destId="{C0F39B15-7BCA-4C84-A0C3-0734A25AB26E}" srcOrd="0" destOrd="0" parTransId="{F83F4AFB-7FB7-471C-8B1B-91DDCD6E278C}" sibTransId="{B35E776A-BD90-48AF-AF8F-636C9B1A2023}"/>
    <dgm:cxn modelId="{8221248D-9C2F-4E82-829B-11111E73B642}" srcId="{A2EAD016-AAAB-4054-B1EB-B66413A550CE}" destId="{661D2691-C2B0-4F4F-818E-2A5EBF326CAD}" srcOrd="0" destOrd="0" parTransId="{98EF87EB-BD38-4FD0-AFF7-ED2E78E07BD0}" sibTransId="{69283A9E-858F-451A-A280-006C2AD1FBE5}"/>
    <dgm:cxn modelId="{B05CD197-2094-4CCF-B18A-5061877417A6}" srcId="{51D8B1D9-BF9F-4565-B5E7-931F6FA1B4C4}" destId="{49E5FF2E-DC8F-4860-BE57-776C0E4B49B2}" srcOrd="1" destOrd="0" parTransId="{56727F54-3CBD-437C-81AF-D6AB4C91BBEB}" sibTransId="{2B57840E-3F7C-4D45-A4C0-192D16F5BCC8}"/>
    <dgm:cxn modelId="{6BBC8B9E-CBB1-41E9-9B1E-9514C479BDAA}" srcId="{D09DC420-59D3-48BC-8F82-F548A9A0BD12}" destId="{51D8B1D9-BF9F-4565-B5E7-931F6FA1B4C4}" srcOrd="0" destOrd="0" parTransId="{5931E88D-7FDD-4435-9E95-0C81A81A6B8C}" sibTransId="{8C8D87B0-A36E-4277-AE79-954A7B9BBC57}"/>
    <dgm:cxn modelId="{D49946A4-C034-4724-8FB3-A41D8B2CA1CE}" type="presOf" srcId="{51D8B1D9-BF9F-4565-B5E7-931F6FA1B4C4}" destId="{07CC850B-25D2-4064-8555-DAA29F9D9081}" srcOrd="0" destOrd="0" presId="urn:microsoft.com/office/officeart/2005/8/layout/vList2"/>
    <dgm:cxn modelId="{F9AF9DAF-04EB-4473-B156-B96D5683B14E}" srcId="{49E5FF2E-DC8F-4860-BE57-776C0E4B49B2}" destId="{2E45B7BD-DDC9-478A-B63F-714D3465201B}" srcOrd="1" destOrd="0" parTransId="{30A57A75-5016-43E6-85A9-6EF4707036E6}" sibTransId="{5979F795-3775-46D0-A254-7A8F722DB01E}"/>
    <dgm:cxn modelId="{C5AA14B3-4C5E-4B85-964B-39185208FF1B}" srcId="{C0F39B15-7BCA-4C84-A0C3-0734A25AB26E}" destId="{7440B389-C10F-42FF-8461-170469656C20}" srcOrd="1" destOrd="0" parTransId="{8D75BB6A-86BA-49A5-B3F2-E9CF6D741D38}" sibTransId="{E97E21B0-D9D6-494A-9A13-3F7991763D94}"/>
    <dgm:cxn modelId="{F56EE1C0-414E-4C15-AB5D-3A290FDE66DF}" srcId="{A2EAD016-AAAB-4054-B1EB-B66413A550CE}" destId="{D09DC420-59D3-48BC-8F82-F548A9A0BD12}" srcOrd="1" destOrd="0" parTransId="{F499F04E-1721-4356-AD20-40A312510B55}" sibTransId="{0932DA90-134D-44C6-82B3-AECD662943D2}"/>
    <dgm:cxn modelId="{A89BFBE7-6141-424C-95CF-B04A90DA5D52}" srcId="{C0F39B15-7BCA-4C84-A0C3-0734A25AB26E}" destId="{18955CDC-3C30-410F-A99D-ABF9A1C361A8}" srcOrd="0" destOrd="0" parTransId="{CB1EF11D-1AC0-40A1-A0AE-4C621BDE18EF}" sibTransId="{82BD102E-BCB4-46CC-A88B-6243F1AB9548}"/>
    <dgm:cxn modelId="{E544C3E8-C302-4E2A-8E08-8AC58002B639}" type="presOf" srcId="{C0F39B15-7BCA-4C84-A0C3-0734A25AB26E}" destId="{07CC850B-25D2-4064-8555-DAA29F9D9081}" srcOrd="0" destOrd="1" presId="urn:microsoft.com/office/officeart/2005/8/layout/vList2"/>
    <dgm:cxn modelId="{F9AF5204-CC2D-4CD2-B9C8-F020F2165E92}" type="presParOf" srcId="{BDE766B5-FFC4-42B3-97D6-0B2EFD24A224}" destId="{93E74166-43AD-429E-99D5-5E3B8E4294B9}" srcOrd="0" destOrd="0" presId="urn:microsoft.com/office/officeart/2005/8/layout/vList2"/>
    <dgm:cxn modelId="{BF059DE2-DAC1-4539-8DFC-831CD8CF171D}" type="presParOf" srcId="{BDE766B5-FFC4-42B3-97D6-0B2EFD24A224}" destId="{44192245-F34D-4BCC-BF80-6268350C0F93}" srcOrd="1" destOrd="0" presId="urn:microsoft.com/office/officeart/2005/8/layout/vList2"/>
    <dgm:cxn modelId="{3484D030-0E3F-4411-9DBB-E2D19F4F8BC4}" type="presParOf" srcId="{BDE766B5-FFC4-42B3-97D6-0B2EFD24A224}" destId="{51EEB540-6009-4043-849C-71C7769E798C}" srcOrd="2" destOrd="0" presId="urn:microsoft.com/office/officeart/2005/8/layout/vList2"/>
    <dgm:cxn modelId="{CFF232D2-23AB-4191-97EA-467783F36B3F}" type="presParOf" srcId="{BDE766B5-FFC4-42B3-97D6-0B2EFD24A224}" destId="{07CC850B-25D2-4064-8555-DAA29F9D908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293561-E3FA-449B-935A-186D6AE759AC}" type="doc">
      <dgm:prSet loTypeId="urn:microsoft.com/office/officeart/2005/8/layout/vList2" loCatId="list" qsTypeId="urn:microsoft.com/office/officeart/2005/8/quickstyle/simple1#5" qsCatId="simple" csTypeId="urn:microsoft.com/office/officeart/2005/8/colors/accent1_2#5" csCatId="accent1"/>
      <dgm:spPr/>
      <dgm:t>
        <a:bodyPr/>
        <a:lstStyle/>
        <a:p>
          <a:endParaRPr lang="en-US"/>
        </a:p>
      </dgm:t>
    </dgm:pt>
    <dgm:pt modelId="{E69AA7C1-8471-46AD-B3E7-98A32A7FB22E}">
      <dgm:prSet/>
      <dgm:spPr/>
      <dgm:t>
        <a:bodyPr/>
        <a:lstStyle/>
        <a:p>
          <a:r>
            <a:rPr lang="en-US" b="1"/>
            <a:t>listener 1883</a:t>
          </a:r>
          <a:endParaRPr lang="en-US"/>
        </a:p>
      </dgm:t>
    </dgm:pt>
    <dgm:pt modelId="{2A4269D5-2AE0-4F01-A256-D82B52002259}" type="parTrans" cxnId="{58F9D124-BF76-42DC-81EC-BDA57E621A9E}">
      <dgm:prSet/>
      <dgm:spPr/>
      <dgm:t>
        <a:bodyPr/>
        <a:lstStyle/>
        <a:p>
          <a:endParaRPr lang="en-US"/>
        </a:p>
      </dgm:t>
    </dgm:pt>
    <dgm:pt modelId="{2E8EB88A-A26F-48FE-BF4D-D30013DA3AB9}" type="sibTrans" cxnId="{58F9D124-BF76-42DC-81EC-BDA57E621A9E}">
      <dgm:prSet/>
      <dgm:spPr/>
      <dgm:t>
        <a:bodyPr/>
        <a:lstStyle/>
        <a:p>
          <a:endParaRPr lang="en-US"/>
        </a:p>
      </dgm:t>
    </dgm:pt>
    <dgm:pt modelId="{780AB645-9DA1-44C5-9B89-6A2AAD66C941}">
      <dgm:prSet/>
      <dgm:spPr/>
      <dgm:t>
        <a:bodyPr/>
        <a:lstStyle/>
        <a:p>
          <a:r>
            <a:rPr lang="en-US" b="1"/>
            <a:t>ความหมาย:</a:t>
          </a:r>
          <a:r>
            <a:rPr lang="en-US"/>
            <a:t> เปิดพอร์ตหมายเลข 1883 ซึ่งเป็นพอร์ตมาตรฐานสากลสำหรับโปรโตคอล MQTT</a:t>
          </a:r>
        </a:p>
      </dgm:t>
    </dgm:pt>
    <dgm:pt modelId="{867283B4-2506-4056-B32A-A7020D10CA0E}" type="parTrans" cxnId="{C0CB192F-7C0F-4BE2-B180-5E4D06A47B26}">
      <dgm:prSet/>
      <dgm:spPr/>
      <dgm:t>
        <a:bodyPr/>
        <a:lstStyle/>
        <a:p>
          <a:endParaRPr lang="en-US"/>
        </a:p>
      </dgm:t>
    </dgm:pt>
    <dgm:pt modelId="{D25E5656-E535-4B6B-8A68-F96461DA389B}" type="sibTrans" cxnId="{C0CB192F-7C0F-4BE2-B180-5E4D06A47B26}">
      <dgm:prSet/>
      <dgm:spPr/>
      <dgm:t>
        <a:bodyPr/>
        <a:lstStyle/>
        <a:p>
          <a:endParaRPr lang="en-US"/>
        </a:p>
      </dgm:t>
    </dgm:pt>
    <dgm:pt modelId="{FE106B88-707F-40A6-876E-D070787F7776}">
      <dgm:prSet/>
      <dgm:spPr/>
      <dgm:t>
        <a:bodyPr/>
        <a:lstStyle/>
        <a:p>
          <a:r>
            <a:rPr lang="en-US" b="1"/>
            <a:t>ความสำคัญ:</a:t>
          </a:r>
          <a:r>
            <a:rPr lang="en-US"/>
            <a:t> คอยเปิดประตูรอรับการเชื่อมต่อจากอุปกรณ์ IoT ต่างๆ</a:t>
          </a:r>
        </a:p>
      </dgm:t>
    </dgm:pt>
    <dgm:pt modelId="{A90C424A-7408-4FD4-9A31-EB8331F7922A}" type="parTrans" cxnId="{EAACAF7C-5BC6-46AF-BDBB-1C86F3FD1A49}">
      <dgm:prSet/>
      <dgm:spPr/>
      <dgm:t>
        <a:bodyPr/>
        <a:lstStyle/>
        <a:p>
          <a:endParaRPr lang="en-US"/>
        </a:p>
      </dgm:t>
    </dgm:pt>
    <dgm:pt modelId="{4934EDDE-D059-4CF3-9D5E-820F7622150F}" type="sibTrans" cxnId="{EAACAF7C-5BC6-46AF-BDBB-1C86F3FD1A49}">
      <dgm:prSet/>
      <dgm:spPr/>
      <dgm:t>
        <a:bodyPr/>
        <a:lstStyle/>
        <a:p>
          <a:endParaRPr lang="en-US"/>
        </a:p>
      </dgm:t>
    </dgm:pt>
    <dgm:pt modelId="{5A9BB70E-7A17-4B98-8DAF-8985DB228CBE}">
      <dgm:prSet/>
      <dgm:spPr/>
      <dgm:t>
        <a:bodyPr/>
        <a:lstStyle/>
        <a:p>
          <a:r>
            <a:rPr lang="en-US" b="1"/>
            <a:t>allow_anonymous false</a:t>
          </a:r>
          <a:endParaRPr lang="en-US"/>
        </a:p>
      </dgm:t>
    </dgm:pt>
    <dgm:pt modelId="{D1CC6695-F61A-40C9-B5FE-613F8D83DAD0}" type="parTrans" cxnId="{3DF9F1EF-B847-4E3F-9714-8E8B10392AD3}">
      <dgm:prSet/>
      <dgm:spPr/>
      <dgm:t>
        <a:bodyPr/>
        <a:lstStyle/>
        <a:p>
          <a:endParaRPr lang="en-US"/>
        </a:p>
      </dgm:t>
    </dgm:pt>
    <dgm:pt modelId="{E37242BF-33CA-43EF-A03F-590D1F5E6CE5}" type="sibTrans" cxnId="{3DF9F1EF-B847-4E3F-9714-8E8B10392AD3}">
      <dgm:prSet/>
      <dgm:spPr/>
      <dgm:t>
        <a:bodyPr/>
        <a:lstStyle/>
        <a:p>
          <a:endParaRPr lang="en-US"/>
        </a:p>
      </dgm:t>
    </dgm:pt>
    <dgm:pt modelId="{748BE5FB-443B-4369-867C-B8D03A36622B}">
      <dgm:prSet/>
      <dgm:spPr/>
      <dgm:t>
        <a:bodyPr/>
        <a:lstStyle/>
        <a:p>
          <a:r>
            <a:rPr lang="en-US" b="1"/>
            <a:t>ความหมาย:</a:t>
          </a:r>
          <a:r>
            <a:rPr lang="en-US"/>
            <a:t> ไม่อนุญาตให้ผู้ใช้ที่ไม่มี Username และ Password เชื่อมต่อเข้ามา</a:t>
          </a:r>
        </a:p>
      </dgm:t>
    </dgm:pt>
    <dgm:pt modelId="{DB8933BB-1C34-4591-BCA9-4FECDAF5C5FC}" type="parTrans" cxnId="{6B021EF3-BD77-4D57-BC26-8321B04AE7BC}">
      <dgm:prSet/>
      <dgm:spPr/>
      <dgm:t>
        <a:bodyPr/>
        <a:lstStyle/>
        <a:p>
          <a:endParaRPr lang="en-US"/>
        </a:p>
      </dgm:t>
    </dgm:pt>
    <dgm:pt modelId="{17CA5FE6-E621-485C-AF09-EEC41B97FAF8}" type="sibTrans" cxnId="{6B021EF3-BD77-4D57-BC26-8321B04AE7BC}">
      <dgm:prSet/>
      <dgm:spPr/>
      <dgm:t>
        <a:bodyPr/>
        <a:lstStyle/>
        <a:p>
          <a:endParaRPr lang="en-US"/>
        </a:p>
      </dgm:t>
    </dgm:pt>
    <dgm:pt modelId="{C77C8D0D-C1A7-41D1-8D56-8CE06700C63E}">
      <dgm:prSet/>
      <dgm:spPr/>
      <dgm:t>
        <a:bodyPr/>
        <a:lstStyle/>
        <a:p>
          <a:r>
            <a:rPr lang="en-US" b="1"/>
            <a:t>ความสำคัญ:</a:t>
          </a:r>
          <a:r>
            <a:rPr lang="en-US"/>
            <a:t> เป็นปราการด่านแรก ป้องกันไม่ให้แฮกเกอร์ หรืออุปกรณ์แปลกปลอมแอบต่อเข้ามาส่งข้อมูล</a:t>
          </a:r>
        </a:p>
      </dgm:t>
    </dgm:pt>
    <dgm:pt modelId="{35DD31BA-3774-4078-8445-450C23D5061D}" type="parTrans" cxnId="{1BC88196-019F-42DB-B30F-88146FFDA113}">
      <dgm:prSet/>
      <dgm:spPr/>
      <dgm:t>
        <a:bodyPr/>
        <a:lstStyle/>
        <a:p>
          <a:endParaRPr lang="en-US"/>
        </a:p>
      </dgm:t>
    </dgm:pt>
    <dgm:pt modelId="{E2D51177-4AE5-4BE0-AAB8-80870E0E6930}" type="sibTrans" cxnId="{1BC88196-019F-42DB-B30F-88146FFDA113}">
      <dgm:prSet/>
      <dgm:spPr/>
      <dgm:t>
        <a:bodyPr/>
        <a:lstStyle/>
        <a:p>
          <a:endParaRPr lang="en-US"/>
        </a:p>
      </dgm:t>
    </dgm:pt>
    <dgm:pt modelId="{1CD203DE-60DE-49A8-99DC-1C159199AFC9}">
      <dgm:prSet/>
      <dgm:spPr/>
      <dgm:t>
        <a:bodyPr/>
        <a:lstStyle/>
        <a:p>
          <a:r>
            <a:rPr lang="en-US" b="1"/>
            <a:t>password_file /mosquitto/config/password.txt</a:t>
          </a:r>
          <a:endParaRPr lang="en-US"/>
        </a:p>
      </dgm:t>
    </dgm:pt>
    <dgm:pt modelId="{953B8BA2-2FAB-4B3F-89FB-9C4B9E76C4DC}" type="parTrans" cxnId="{0ED54D46-5D14-44C7-83A5-3BC0F1F2EB68}">
      <dgm:prSet/>
      <dgm:spPr/>
      <dgm:t>
        <a:bodyPr/>
        <a:lstStyle/>
        <a:p>
          <a:endParaRPr lang="en-US"/>
        </a:p>
      </dgm:t>
    </dgm:pt>
    <dgm:pt modelId="{4B064AE0-4C8C-4800-A541-4C35E2E417D5}" type="sibTrans" cxnId="{0ED54D46-5D14-44C7-83A5-3BC0F1F2EB68}">
      <dgm:prSet/>
      <dgm:spPr/>
      <dgm:t>
        <a:bodyPr/>
        <a:lstStyle/>
        <a:p>
          <a:endParaRPr lang="en-US"/>
        </a:p>
      </dgm:t>
    </dgm:pt>
    <dgm:pt modelId="{1BAE5748-B465-4EB5-AE73-1A2A0F0F033A}">
      <dgm:prSet/>
      <dgm:spPr/>
      <dgm:t>
        <a:bodyPr/>
        <a:lstStyle/>
        <a:p>
          <a:r>
            <a:rPr lang="en-US" b="1"/>
            <a:t>ความหมาย:</a:t>
          </a:r>
          <a:r>
            <a:rPr lang="en-US"/>
            <a:t> บอกโปรแกรมให้ไปเช็กรหัสผ่านที่ไฟล์ password.txt</a:t>
          </a:r>
        </a:p>
      </dgm:t>
    </dgm:pt>
    <dgm:pt modelId="{C940B28A-B907-4401-8419-A44E4F31852F}" type="parTrans" cxnId="{37536E92-32AB-4BAE-986B-B7577D183E44}">
      <dgm:prSet/>
      <dgm:spPr/>
      <dgm:t>
        <a:bodyPr/>
        <a:lstStyle/>
        <a:p>
          <a:endParaRPr lang="en-US"/>
        </a:p>
      </dgm:t>
    </dgm:pt>
    <dgm:pt modelId="{D7F545FA-3351-4C78-8CC7-1F9DC807CAB2}" type="sibTrans" cxnId="{37536E92-32AB-4BAE-986B-B7577D183E44}">
      <dgm:prSet/>
      <dgm:spPr/>
      <dgm:t>
        <a:bodyPr/>
        <a:lstStyle/>
        <a:p>
          <a:endParaRPr lang="en-US"/>
        </a:p>
      </dgm:t>
    </dgm:pt>
    <dgm:pt modelId="{E932E0EF-CF9E-4925-BF28-F404DBF4B133}">
      <dgm:prSet/>
      <dgm:spPr/>
      <dgm:t>
        <a:bodyPr/>
        <a:lstStyle/>
        <a:p>
          <a:r>
            <a:rPr lang="en-US" b="1"/>
            <a:t>ความสำคัญ:</a:t>
          </a:r>
          <a:r>
            <a:rPr lang="en-US"/>
            <a:t> ใช้ในการยืนยันตัวตน (Authentication) ว่าผู้ที่ต่อเข้ามาเป็น User ของระบบจริงหรือไม่</a:t>
          </a:r>
        </a:p>
      </dgm:t>
    </dgm:pt>
    <dgm:pt modelId="{4BE804C5-B3E0-42B8-B2CB-72BA9BA2EBE8}" type="parTrans" cxnId="{4C4873E2-8AFF-4959-89EB-A74C7AD17B50}">
      <dgm:prSet/>
      <dgm:spPr/>
      <dgm:t>
        <a:bodyPr/>
        <a:lstStyle/>
        <a:p>
          <a:endParaRPr lang="en-US"/>
        </a:p>
      </dgm:t>
    </dgm:pt>
    <dgm:pt modelId="{C9CA6887-75A6-4092-BA66-C28CC58C9CDC}" type="sibTrans" cxnId="{4C4873E2-8AFF-4959-89EB-A74C7AD17B50}">
      <dgm:prSet/>
      <dgm:spPr/>
      <dgm:t>
        <a:bodyPr/>
        <a:lstStyle/>
        <a:p>
          <a:endParaRPr lang="en-US"/>
        </a:p>
      </dgm:t>
    </dgm:pt>
    <dgm:pt modelId="{A4A2D8C5-DF8F-4256-88C9-B684C3558A7C}">
      <dgm:prSet/>
      <dgm:spPr/>
      <dgm:t>
        <a:bodyPr/>
        <a:lstStyle/>
        <a:p>
          <a:r>
            <a:rPr lang="en-US" b="1"/>
            <a:t>acl_file /mosquitto/config/acl.conf</a:t>
          </a:r>
          <a:endParaRPr lang="en-US"/>
        </a:p>
      </dgm:t>
    </dgm:pt>
    <dgm:pt modelId="{289501CC-239C-49C8-A46F-18506C24CD82}" type="parTrans" cxnId="{4E1962B6-9A91-4428-BCD8-3AE36CC07888}">
      <dgm:prSet/>
      <dgm:spPr/>
      <dgm:t>
        <a:bodyPr/>
        <a:lstStyle/>
        <a:p>
          <a:endParaRPr lang="en-US"/>
        </a:p>
      </dgm:t>
    </dgm:pt>
    <dgm:pt modelId="{E97500AB-AEF9-4A20-A8C2-96C24A91DA8D}" type="sibTrans" cxnId="{4E1962B6-9A91-4428-BCD8-3AE36CC07888}">
      <dgm:prSet/>
      <dgm:spPr/>
      <dgm:t>
        <a:bodyPr/>
        <a:lstStyle/>
        <a:p>
          <a:endParaRPr lang="en-US"/>
        </a:p>
      </dgm:t>
    </dgm:pt>
    <dgm:pt modelId="{06B16408-0CDA-4E2C-A562-525D76E7DF71}">
      <dgm:prSet/>
      <dgm:spPr/>
      <dgm:t>
        <a:bodyPr/>
        <a:lstStyle/>
        <a:p>
          <a:r>
            <a:rPr lang="en-US" b="1"/>
            <a:t>ความหมาย:</a:t>
          </a:r>
          <a:r>
            <a:rPr lang="en-US"/>
            <a:t> บอกโปรแกรมให้ไปอ่านกฎการเข้าถึงข้อมูลที่ไฟล์ acl.conf</a:t>
          </a:r>
        </a:p>
      </dgm:t>
    </dgm:pt>
    <dgm:pt modelId="{C747EA5D-4BA6-426E-AD9C-C8EA40FD8A2A}" type="parTrans" cxnId="{F44D1D29-6B23-4887-A2B9-14EFD273563A}">
      <dgm:prSet/>
      <dgm:spPr/>
      <dgm:t>
        <a:bodyPr/>
        <a:lstStyle/>
        <a:p>
          <a:endParaRPr lang="en-US"/>
        </a:p>
      </dgm:t>
    </dgm:pt>
    <dgm:pt modelId="{E503CF8F-5E4E-40B6-9530-D567262CEFDF}" type="sibTrans" cxnId="{F44D1D29-6B23-4887-A2B9-14EFD273563A}">
      <dgm:prSet/>
      <dgm:spPr/>
      <dgm:t>
        <a:bodyPr/>
        <a:lstStyle/>
        <a:p>
          <a:endParaRPr lang="en-US"/>
        </a:p>
      </dgm:t>
    </dgm:pt>
    <dgm:pt modelId="{3778791F-6C85-4E3E-B03F-D4726EAE5C6F}">
      <dgm:prSet/>
      <dgm:spPr/>
      <dgm:t>
        <a:bodyPr/>
        <a:lstStyle/>
        <a:p>
          <a:r>
            <a:rPr lang="en-US" b="1"/>
            <a:t>ความสำคัญ:</a:t>
          </a:r>
          <a:r>
            <a:rPr lang="en-US"/>
            <a:t> ใช้จำกัดสิทธิ์ (Authorization) ว่า User นั้นๆ ทำอะไรได้บ้าง</a:t>
          </a:r>
        </a:p>
      </dgm:t>
    </dgm:pt>
    <dgm:pt modelId="{E711BA3D-8C19-4B2F-8E7B-F30A6522D7AA}" type="parTrans" cxnId="{B6C11CFC-231B-4761-ACCC-B7FD51D7A0F6}">
      <dgm:prSet/>
      <dgm:spPr/>
      <dgm:t>
        <a:bodyPr/>
        <a:lstStyle/>
        <a:p>
          <a:endParaRPr lang="en-US"/>
        </a:p>
      </dgm:t>
    </dgm:pt>
    <dgm:pt modelId="{CE1DB274-AB92-4364-9D7A-F90225D4E140}" type="sibTrans" cxnId="{B6C11CFC-231B-4761-ACCC-B7FD51D7A0F6}">
      <dgm:prSet/>
      <dgm:spPr/>
      <dgm:t>
        <a:bodyPr/>
        <a:lstStyle/>
        <a:p>
          <a:endParaRPr lang="en-US"/>
        </a:p>
      </dgm:t>
    </dgm:pt>
    <dgm:pt modelId="{865F11A8-B106-4C22-BAEA-22303A4D94E2}" type="pres">
      <dgm:prSet presAssocID="{EA293561-E3FA-449B-935A-186D6AE759AC}" presName="linear" presStyleCnt="0">
        <dgm:presLayoutVars>
          <dgm:animLvl val="lvl"/>
          <dgm:resizeHandles val="exact"/>
        </dgm:presLayoutVars>
      </dgm:prSet>
      <dgm:spPr/>
    </dgm:pt>
    <dgm:pt modelId="{C3593F2E-B774-4576-BE25-8C07646377B6}" type="pres">
      <dgm:prSet presAssocID="{E69AA7C1-8471-46AD-B3E7-98A32A7FB2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91EC94-894F-4FD9-90E9-44CF21C1026E}" type="pres">
      <dgm:prSet presAssocID="{E69AA7C1-8471-46AD-B3E7-98A32A7FB22E}" presName="childText" presStyleLbl="revTx" presStyleIdx="0" presStyleCnt="4">
        <dgm:presLayoutVars>
          <dgm:bulletEnabled val="1"/>
        </dgm:presLayoutVars>
      </dgm:prSet>
      <dgm:spPr/>
    </dgm:pt>
    <dgm:pt modelId="{4CDA8553-0941-4BE4-A85D-836764A3728E}" type="pres">
      <dgm:prSet presAssocID="{5A9BB70E-7A17-4B98-8DAF-8985DB228C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17C93C-9328-4999-ACF7-473E4558E3C7}" type="pres">
      <dgm:prSet presAssocID="{5A9BB70E-7A17-4B98-8DAF-8985DB228CBE}" presName="childText" presStyleLbl="revTx" presStyleIdx="1" presStyleCnt="4">
        <dgm:presLayoutVars>
          <dgm:bulletEnabled val="1"/>
        </dgm:presLayoutVars>
      </dgm:prSet>
      <dgm:spPr/>
    </dgm:pt>
    <dgm:pt modelId="{07192801-E99E-476C-B165-AE1060AC6BA0}" type="pres">
      <dgm:prSet presAssocID="{1CD203DE-60DE-49A8-99DC-1C159199AF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F186E9-FC82-493E-9C8D-5C7C9B83AB1A}" type="pres">
      <dgm:prSet presAssocID="{1CD203DE-60DE-49A8-99DC-1C159199AFC9}" presName="childText" presStyleLbl="revTx" presStyleIdx="2" presStyleCnt="4">
        <dgm:presLayoutVars>
          <dgm:bulletEnabled val="1"/>
        </dgm:presLayoutVars>
      </dgm:prSet>
      <dgm:spPr/>
    </dgm:pt>
    <dgm:pt modelId="{580C9D9B-F691-4DCF-B6AB-1689BB559E19}" type="pres">
      <dgm:prSet presAssocID="{A4A2D8C5-DF8F-4256-88C9-B684C3558A7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8C22327-005B-4C3A-AD70-F5CA3491D579}" type="pres">
      <dgm:prSet presAssocID="{A4A2D8C5-DF8F-4256-88C9-B684C3558A7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85B4107-D3AA-4695-AB69-FA838CDA77D2}" type="presOf" srcId="{3778791F-6C85-4E3E-B03F-D4726EAE5C6F}" destId="{08C22327-005B-4C3A-AD70-F5CA3491D579}" srcOrd="0" destOrd="1" presId="urn:microsoft.com/office/officeart/2005/8/layout/vList2"/>
    <dgm:cxn modelId="{2596610B-C9E5-4B3C-AF9F-A74A27572CA1}" type="presOf" srcId="{C77C8D0D-C1A7-41D1-8D56-8CE06700C63E}" destId="{5817C93C-9328-4999-ACF7-473E4558E3C7}" srcOrd="0" destOrd="1" presId="urn:microsoft.com/office/officeart/2005/8/layout/vList2"/>
    <dgm:cxn modelId="{D68BF213-64C0-4039-B233-8D6A62BC40D0}" type="presOf" srcId="{A4A2D8C5-DF8F-4256-88C9-B684C3558A7C}" destId="{580C9D9B-F691-4DCF-B6AB-1689BB559E19}" srcOrd="0" destOrd="0" presId="urn:microsoft.com/office/officeart/2005/8/layout/vList2"/>
    <dgm:cxn modelId="{A8DDEB17-0B97-43F2-9539-0C1906898A54}" type="presOf" srcId="{EA293561-E3FA-449B-935A-186D6AE759AC}" destId="{865F11A8-B106-4C22-BAEA-22303A4D94E2}" srcOrd="0" destOrd="0" presId="urn:microsoft.com/office/officeart/2005/8/layout/vList2"/>
    <dgm:cxn modelId="{7F69641E-80B6-493D-8A84-11EB8CBAF5C0}" type="presOf" srcId="{1BAE5748-B465-4EB5-AE73-1A2A0F0F033A}" destId="{C8F186E9-FC82-493E-9C8D-5C7C9B83AB1A}" srcOrd="0" destOrd="0" presId="urn:microsoft.com/office/officeart/2005/8/layout/vList2"/>
    <dgm:cxn modelId="{58F9D124-BF76-42DC-81EC-BDA57E621A9E}" srcId="{EA293561-E3FA-449B-935A-186D6AE759AC}" destId="{E69AA7C1-8471-46AD-B3E7-98A32A7FB22E}" srcOrd="0" destOrd="0" parTransId="{2A4269D5-2AE0-4F01-A256-D82B52002259}" sibTransId="{2E8EB88A-A26F-48FE-BF4D-D30013DA3AB9}"/>
    <dgm:cxn modelId="{F44D1D29-6B23-4887-A2B9-14EFD273563A}" srcId="{A4A2D8C5-DF8F-4256-88C9-B684C3558A7C}" destId="{06B16408-0CDA-4E2C-A562-525D76E7DF71}" srcOrd="0" destOrd="0" parTransId="{C747EA5D-4BA6-426E-AD9C-C8EA40FD8A2A}" sibTransId="{E503CF8F-5E4E-40B6-9530-D567262CEFDF}"/>
    <dgm:cxn modelId="{C0CB192F-7C0F-4BE2-B180-5E4D06A47B26}" srcId="{E69AA7C1-8471-46AD-B3E7-98A32A7FB22E}" destId="{780AB645-9DA1-44C5-9B89-6A2AAD66C941}" srcOrd="0" destOrd="0" parTransId="{867283B4-2506-4056-B32A-A7020D10CA0E}" sibTransId="{D25E5656-E535-4B6B-8A68-F96461DA389B}"/>
    <dgm:cxn modelId="{89883F5C-A6E5-4D2A-B5D2-22F84BC36894}" type="presOf" srcId="{780AB645-9DA1-44C5-9B89-6A2AAD66C941}" destId="{AA91EC94-894F-4FD9-90E9-44CF21C1026E}" srcOrd="0" destOrd="0" presId="urn:microsoft.com/office/officeart/2005/8/layout/vList2"/>
    <dgm:cxn modelId="{0ED54D46-5D14-44C7-83A5-3BC0F1F2EB68}" srcId="{EA293561-E3FA-449B-935A-186D6AE759AC}" destId="{1CD203DE-60DE-49A8-99DC-1C159199AFC9}" srcOrd="2" destOrd="0" parTransId="{953B8BA2-2FAB-4B3F-89FB-9C4B9E76C4DC}" sibTransId="{4B064AE0-4C8C-4800-A541-4C35E2E417D5}"/>
    <dgm:cxn modelId="{E959F451-DB7E-4261-8197-911C169F1C49}" type="presOf" srcId="{748BE5FB-443B-4369-867C-B8D03A36622B}" destId="{5817C93C-9328-4999-ACF7-473E4558E3C7}" srcOrd="0" destOrd="0" presId="urn:microsoft.com/office/officeart/2005/8/layout/vList2"/>
    <dgm:cxn modelId="{97FDEE73-6983-48A5-9F2F-F3C3A6AD498F}" type="presOf" srcId="{5A9BB70E-7A17-4B98-8DAF-8985DB228CBE}" destId="{4CDA8553-0941-4BE4-A85D-836764A3728E}" srcOrd="0" destOrd="0" presId="urn:microsoft.com/office/officeart/2005/8/layout/vList2"/>
    <dgm:cxn modelId="{EAACAF7C-5BC6-46AF-BDBB-1C86F3FD1A49}" srcId="{E69AA7C1-8471-46AD-B3E7-98A32A7FB22E}" destId="{FE106B88-707F-40A6-876E-D070787F7776}" srcOrd="1" destOrd="0" parTransId="{A90C424A-7408-4FD4-9A31-EB8331F7922A}" sibTransId="{4934EDDE-D059-4CF3-9D5E-820F7622150F}"/>
    <dgm:cxn modelId="{37536E92-32AB-4BAE-986B-B7577D183E44}" srcId="{1CD203DE-60DE-49A8-99DC-1C159199AFC9}" destId="{1BAE5748-B465-4EB5-AE73-1A2A0F0F033A}" srcOrd="0" destOrd="0" parTransId="{C940B28A-B907-4401-8419-A44E4F31852F}" sibTransId="{D7F545FA-3351-4C78-8CC7-1F9DC807CAB2}"/>
    <dgm:cxn modelId="{1BC88196-019F-42DB-B30F-88146FFDA113}" srcId="{5A9BB70E-7A17-4B98-8DAF-8985DB228CBE}" destId="{C77C8D0D-C1A7-41D1-8D56-8CE06700C63E}" srcOrd="1" destOrd="0" parTransId="{35DD31BA-3774-4078-8445-450C23D5061D}" sibTransId="{E2D51177-4AE5-4BE0-AAB8-80870E0E6930}"/>
    <dgm:cxn modelId="{86D295A6-F007-4F9B-B4C2-88495B205052}" type="presOf" srcId="{06B16408-0CDA-4E2C-A562-525D76E7DF71}" destId="{08C22327-005B-4C3A-AD70-F5CA3491D579}" srcOrd="0" destOrd="0" presId="urn:microsoft.com/office/officeart/2005/8/layout/vList2"/>
    <dgm:cxn modelId="{4E1962B6-9A91-4428-BCD8-3AE36CC07888}" srcId="{EA293561-E3FA-449B-935A-186D6AE759AC}" destId="{A4A2D8C5-DF8F-4256-88C9-B684C3558A7C}" srcOrd="3" destOrd="0" parTransId="{289501CC-239C-49C8-A46F-18506C24CD82}" sibTransId="{E97500AB-AEF9-4A20-A8C2-96C24A91DA8D}"/>
    <dgm:cxn modelId="{E4037EC0-4733-4993-920E-96C9C8765ADC}" type="presOf" srcId="{1CD203DE-60DE-49A8-99DC-1C159199AFC9}" destId="{07192801-E99E-476C-B165-AE1060AC6BA0}" srcOrd="0" destOrd="0" presId="urn:microsoft.com/office/officeart/2005/8/layout/vList2"/>
    <dgm:cxn modelId="{ED7921CD-ADAA-42D1-9332-04352D30CDB8}" type="presOf" srcId="{FE106B88-707F-40A6-876E-D070787F7776}" destId="{AA91EC94-894F-4FD9-90E9-44CF21C1026E}" srcOrd="0" destOrd="1" presId="urn:microsoft.com/office/officeart/2005/8/layout/vList2"/>
    <dgm:cxn modelId="{58F283D7-573C-4629-B2A8-50C18866B736}" type="presOf" srcId="{E932E0EF-CF9E-4925-BF28-F404DBF4B133}" destId="{C8F186E9-FC82-493E-9C8D-5C7C9B83AB1A}" srcOrd="0" destOrd="1" presId="urn:microsoft.com/office/officeart/2005/8/layout/vList2"/>
    <dgm:cxn modelId="{4C4873E2-8AFF-4959-89EB-A74C7AD17B50}" srcId="{1CD203DE-60DE-49A8-99DC-1C159199AFC9}" destId="{E932E0EF-CF9E-4925-BF28-F404DBF4B133}" srcOrd="1" destOrd="0" parTransId="{4BE804C5-B3E0-42B8-B2CB-72BA9BA2EBE8}" sibTransId="{C9CA6887-75A6-4092-BA66-C28CC58C9CDC}"/>
    <dgm:cxn modelId="{3BE34FEA-16C6-4457-A048-48B9B732235B}" type="presOf" srcId="{E69AA7C1-8471-46AD-B3E7-98A32A7FB22E}" destId="{C3593F2E-B774-4576-BE25-8C07646377B6}" srcOrd="0" destOrd="0" presId="urn:microsoft.com/office/officeart/2005/8/layout/vList2"/>
    <dgm:cxn modelId="{3DF9F1EF-B847-4E3F-9714-8E8B10392AD3}" srcId="{EA293561-E3FA-449B-935A-186D6AE759AC}" destId="{5A9BB70E-7A17-4B98-8DAF-8985DB228CBE}" srcOrd="1" destOrd="0" parTransId="{D1CC6695-F61A-40C9-B5FE-613F8D83DAD0}" sibTransId="{E37242BF-33CA-43EF-A03F-590D1F5E6CE5}"/>
    <dgm:cxn modelId="{6B021EF3-BD77-4D57-BC26-8321B04AE7BC}" srcId="{5A9BB70E-7A17-4B98-8DAF-8985DB228CBE}" destId="{748BE5FB-443B-4369-867C-B8D03A36622B}" srcOrd="0" destOrd="0" parTransId="{DB8933BB-1C34-4591-BCA9-4FECDAF5C5FC}" sibTransId="{17CA5FE6-E621-485C-AF09-EEC41B97FAF8}"/>
    <dgm:cxn modelId="{B6C11CFC-231B-4761-ACCC-B7FD51D7A0F6}" srcId="{A4A2D8C5-DF8F-4256-88C9-B684C3558A7C}" destId="{3778791F-6C85-4E3E-B03F-D4726EAE5C6F}" srcOrd="1" destOrd="0" parTransId="{E711BA3D-8C19-4B2F-8E7B-F30A6522D7AA}" sibTransId="{CE1DB274-AB92-4364-9D7A-F90225D4E140}"/>
    <dgm:cxn modelId="{B37194A3-3C81-44DB-9E2C-9768B5D4F9A7}" type="presParOf" srcId="{865F11A8-B106-4C22-BAEA-22303A4D94E2}" destId="{C3593F2E-B774-4576-BE25-8C07646377B6}" srcOrd="0" destOrd="0" presId="urn:microsoft.com/office/officeart/2005/8/layout/vList2"/>
    <dgm:cxn modelId="{3EBCBC75-98B5-475A-9F0B-20B3740F9AE6}" type="presParOf" srcId="{865F11A8-B106-4C22-BAEA-22303A4D94E2}" destId="{AA91EC94-894F-4FD9-90E9-44CF21C1026E}" srcOrd="1" destOrd="0" presId="urn:microsoft.com/office/officeart/2005/8/layout/vList2"/>
    <dgm:cxn modelId="{6933DC43-641C-4B6E-9A96-9115523345FA}" type="presParOf" srcId="{865F11A8-B106-4C22-BAEA-22303A4D94E2}" destId="{4CDA8553-0941-4BE4-A85D-836764A3728E}" srcOrd="2" destOrd="0" presId="urn:microsoft.com/office/officeart/2005/8/layout/vList2"/>
    <dgm:cxn modelId="{4FEC8272-641F-4068-B019-74F313273B0F}" type="presParOf" srcId="{865F11A8-B106-4C22-BAEA-22303A4D94E2}" destId="{5817C93C-9328-4999-ACF7-473E4558E3C7}" srcOrd="3" destOrd="0" presId="urn:microsoft.com/office/officeart/2005/8/layout/vList2"/>
    <dgm:cxn modelId="{00FC9535-5BB4-4EBD-AC00-861B901BF9C7}" type="presParOf" srcId="{865F11A8-B106-4C22-BAEA-22303A4D94E2}" destId="{07192801-E99E-476C-B165-AE1060AC6BA0}" srcOrd="4" destOrd="0" presId="urn:microsoft.com/office/officeart/2005/8/layout/vList2"/>
    <dgm:cxn modelId="{405BA883-8DAF-49C1-86D2-4B637C740D32}" type="presParOf" srcId="{865F11A8-B106-4C22-BAEA-22303A4D94E2}" destId="{C8F186E9-FC82-493E-9C8D-5C7C9B83AB1A}" srcOrd="5" destOrd="0" presId="urn:microsoft.com/office/officeart/2005/8/layout/vList2"/>
    <dgm:cxn modelId="{1CE8EF9A-88F1-435D-B1D6-A26766CBFAC5}" type="presParOf" srcId="{865F11A8-B106-4C22-BAEA-22303A4D94E2}" destId="{580C9D9B-F691-4DCF-B6AB-1689BB559E19}" srcOrd="6" destOrd="0" presId="urn:microsoft.com/office/officeart/2005/8/layout/vList2"/>
    <dgm:cxn modelId="{17499224-5042-4527-B4F1-5536DE565420}" type="presParOf" srcId="{865F11A8-B106-4C22-BAEA-22303A4D94E2}" destId="{08C22327-005B-4C3A-AD70-F5CA3491D57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786ADB-94F3-497D-BAB7-428BC6369EED}" type="doc">
      <dgm:prSet loTypeId="urn:microsoft.com/office/officeart/2005/8/layout/vList2" loCatId="list" qsTypeId="urn:microsoft.com/office/officeart/2005/8/quickstyle/simple1#14" qsCatId="simple" csTypeId="urn:microsoft.com/office/officeart/2005/8/colors/accent1_2#14" csCatId="accent1"/>
      <dgm:spPr/>
      <dgm:t>
        <a:bodyPr/>
        <a:lstStyle/>
        <a:p>
          <a:endParaRPr lang="en-US"/>
        </a:p>
      </dgm:t>
    </dgm:pt>
    <dgm:pt modelId="{F97DB73E-49FE-4B26-9D29-53CD560370D0}">
      <dgm:prSet/>
      <dgm:spPr/>
      <dgm:t>
        <a:bodyPr/>
        <a:lstStyle/>
        <a:p>
          <a:r>
            <a:rPr lang="en-US" b="1"/>
            <a:t>user device_001 &amp; topic readwrite devices/device_001/#</a:t>
          </a:r>
          <a:endParaRPr lang="en-US"/>
        </a:p>
      </dgm:t>
    </dgm:pt>
    <dgm:pt modelId="{494A9D34-AB32-4DF9-B934-DEBC426C108A}" type="parTrans" cxnId="{D42E91A2-C01A-48C3-B063-AA080E467858}">
      <dgm:prSet/>
      <dgm:spPr/>
      <dgm:t>
        <a:bodyPr/>
        <a:lstStyle/>
        <a:p>
          <a:endParaRPr lang="en-US"/>
        </a:p>
      </dgm:t>
    </dgm:pt>
    <dgm:pt modelId="{539A4DDA-F53A-4F31-8BE8-ABD79C0D3A48}" type="sibTrans" cxnId="{D42E91A2-C01A-48C3-B063-AA080E467858}">
      <dgm:prSet/>
      <dgm:spPr/>
      <dgm:t>
        <a:bodyPr/>
        <a:lstStyle/>
        <a:p>
          <a:endParaRPr lang="en-US"/>
        </a:p>
      </dgm:t>
    </dgm:pt>
    <dgm:pt modelId="{4B4E1A89-96B0-4924-94E8-7749CA447F27}">
      <dgm:prSet/>
      <dgm:spPr/>
      <dgm:t>
        <a:bodyPr/>
        <a:lstStyle/>
        <a:p>
          <a:r>
            <a:rPr lang="en-US" b="1"/>
            <a:t>คำสั่ง readwrite:</a:t>
          </a:r>
          <a:r>
            <a:rPr lang="en-US"/>
            <a:t> อนุญาตให้ทั้งส่งข้อมูล (Pub) และรับข้อมูล (Sub)</a:t>
          </a:r>
        </a:p>
      </dgm:t>
    </dgm:pt>
    <dgm:pt modelId="{5975682F-0105-41F1-BB35-8AB13C9D95A4}" type="parTrans" cxnId="{2B79479B-CB97-4778-882E-5A65E949CDDD}">
      <dgm:prSet/>
      <dgm:spPr/>
      <dgm:t>
        <a:bodyPr/>
        <a:lstStyle/>
        <a:p>
          <a:endParaRPr lang="en-US"/>
        </a:p>
      </dgm:t>
    </dgm:pt>
    <dgm:pt modelId="{488AEE2C-9752-4FA8-9773-B9C21801DAAC}" type="sibTrans" cxnId="{2B79479B-CB97-4778-882E-5A65E949CDDD}">
      <dgm:prSet/>
      <dgm:spPr/>
      <dgm:t>
        <a:bodyPr/>
        <a:lstStyle/>
        <a:p>
          <a:endParaRPr lang="en-US"/>
        </a:p>
      </dgm:t>
    </dgm:pt>
    <dgm:pt modelId="{3FD0B9D0-4747-495D-BD11-B7E8F71C8C4F}">
      <dgm:prSet/>
      <dgm:spPr/>
      <dgm:t>
        <a:bodyPr/>
        <a:lstStyle/>
        <a:p>
          <a:r>
            <a:rPr lang="en-US" b="1"/>
            <a:t>สัญลักษณ์ # (Wildcard):</a:t>
          </a:r>
          <a:r>
            <a:rPr lang="en-US"/>
            <a:t> หมายถึง ทุกหัวข้อย่อยที่ต่อท้าย เช่น devices/device_001/temp หรือ devices/device_001/status</a:t>
          </a:r>
        </a:p>
      </dgm:t>
    </dgm:pt>
    <dgm:pt modelId="{F002EA61-CC55-4409-B5DE-60AD0292AE06}" type="parTrans" cxnId="{B4B258AF-261F-47CC-8B4E-512E8B84EB71}">
      <dgm:prSet/>
      <dgm:spPr/>
      <dgm:t>
        <a:bodyPr/>
        <a:lstStyle/>
        <a:p>
          <a:endParaRPr lang="en-US"/>
        </a:p>
      </dgm:t>
    </dgm:pt>
    <dgm:pt modelId="{A809F657-4055-4132-AD9A-EC7A499E075C}" type="sibTrans" cxnId="{B4B258AF-261F-47CC-8B4E-512E8B84EB71}">
      <dgm:prSet/>
      <dgm:spPr/>
      <dgm:t>
        <a:bodyPr/>
        <a:lstStyle/>
        <a:p>
          <a:endParaRPr lang="en-US"/>
        </a:p>
      </dgm:t>
    </dgm:pt>
    <dgm:pt modelId="{EC54C9B1-F963-41E4-BFC5-5FAC537C52F0}">
      <dgm:prSet/>
      <dgm:spPr/>
      <dgm:t>
        <a:bodyPr/>
        <a:lstStyle/>
        <a:p>
          <a:r>
            <a:rPr lang="en-US" b="1"/>
            <a:t>ผลลัพธ์:</a:t>
          </a:r>
          <a:r>
            <a:rPr lang="en-US"/>
            <a:t> device_001 จะเข้าถึงได้เฉพาะพื้นที่ของตัวเองเท่านั้น </a:t>
          </a:r>
          <a:r>
            <a:rPr lang="en-US" b="1"/>
            <a:t>ไม่สามารถ</a:t>
          </a:r>
          <a:r>
            <a:rPr lang="en-US"/>
            <a:t> แอบอ่านหรือส่งข้อมูลไปที่ devices/device_002/# ได้</a:t>
          </a:r>
        </a:p>
      </dgm:t>
    </dgm:pt>
    <dgm:pt modelId="{DCF29D20-846C-414A-A17B-BECAAAA8C67D}" type="parTrans" cxnId="{5A0788DC-2243-4B10-B193-DFD0C2148FCF}">
      <dgm:prSet/>
      <dgm:spPr/>
      <dgm:t>
        <a:bodyPr/>
        <a:lstStyle/>
        <a:p>
          <a:endParaRPr lang="en-US"/>
        </a:p>
      </dgm:t>
    </dgm:pt>
    <dgm:pt modelId="{163C5738-F18A-470A-A4E8-7EF8114F8B6E}" type="sibTrans" cxnId="{5A0788DC-2243-4B10-B193-DFD0C2148FCF}">
      <dgm:prSet/>
      <dgm:spPr/>
      <dgm:t>
        <a:bodyPr/>
        <a:lstStyle/>
        <a:p>
          <a:endParaRPr lang="en-US"/>
        </a:p>
      </dgm:t>
    </dgm:pt>
    <dgm:pt modelId="{E90074C7-3E27-4DB5-9565-442F61E0E8A3}">
      <dgm:prSet/>
      <dgm:spPr/>
      <dgm:t>
        <a:bodyPr/>
        <a:lstStyle/>
        <a:p>
          <a:r>
            <a:rPr lang="en-US" b="1"/>
            <a:t>user admin_server &amp; topic readwrite devices/#</a:t>
          </a:r>
          <a:endParaRPr lang="en-US"/>
        </a:p>
      </dgm:t>
    </dgm:pt>
    <dgm:pt modelId="{C5DF8346-8E1E-41F2-BDBC-B382D907F3EE}" type="parTrans" cxnId="{898E0434-97F3-41AF-BD6A-ADB42222F29C}">
      <dgm:prSet/>
      <dgm:spPr/>
      <dgm:t>
        <a:bodyPr/>
        <a:lstStyle/>
        <a:p>
          <a:endParaRPr lang="en-US"/>
        </a:p>
      </dgm:t>
    </dgm:pt>
    <dgm:pt modelId="{D19461EB-C552-4C32-AE08-88FCC63C5C77}" type="sibTrans" cxnId="{898E0434-97F3-41AF-BD6A-ADB42222F29C}">
      <dgm:prSet/>
      <dgm:spPr/>
      <dgm:t>
        <a:bodyPr/>
        <a:lstStyle/>
        <a:p>
          <a:endParaRPr lang="en-US"/>
        </a:p>
      </dgm:t>
    </dgm:pt>
    <dgm:pt modelId="{72C8707F-56EE-4412-98C2-A70AFF0CF0E7}">
      <dgm:prSet/>
      <dgm:spPr/>
      <dgm:t>
        <a:bodyPr/>
        <a:lstStyle/>
        <a:p>
          <a:r>
            <a:rPr lang="en-US" b="1"/>
            <a:t>ผลลัพธ์:</a:t>
          </a:r>
          <a:r>
            <a:rPr lang="en-US"/>
            <a:t> มอบสิทธิ์ระดับ </a:t>
          </a:r>
          <a:r>
            <a:rPr lang="en-US" b="1"/>
            <a:t>Admin</a:t>
          </a:r>
          <a:r>
            <a:rPr lang="en-US"/>
            <a:t> ให้กับระบบเซิร์ฟเวอร์หลัก สามารถเข้าถึง และดักฟังข้อมูลของทุก Device (devices/#) เพื่อนำไปบันทึกลง Database ต่อไป</a:t>
          </a:r>
        </a:p>
      </dgm:t>
    </dgm:pt>
    <dgm:pt modelId="{36992BB1-8EFA-4EFE-9234-508435611F30}" type="parTrans" cxnId="{68A7E091-4FB8-4C05-AA6C-D1674A8F9135}">
      <dgm:prSet/>
      <dgm:spPr/>
      <dgm:t>
        <a:bodyPr/>
        <a:lstStyle/>
        <a:p>
          <a:endParaRPr lang="en-US"/>
        </a:p>
      </dgm:t>
    </dgm:pt>
    <dgm:pt modelId="{9F46F16A-48AF-45C4-83D4-D2A48A121A0B}" type="sibTrans" cxnId="{68A7E091-4FB8-4C05-AA6C-D1674A8F9135}">
      <dgm:prSet/>
      <dgm:spPr/>
      <dgm:t>
        <a:bodyPr/>
        <a:lstStyle/>
        <a:p>
          <a:endParaRPr lang="en-US"/>
        </a:p>
      </dgm:t>
    </dgm:pt>
    <dgm:pt modelId="{6C6BB32C-A224-456E-9B54-5183C43BC661}" type="pres">
      <dgm:prSet presAssocID="{09786ADB-94F3-497D-BAB7-428BC6369EED}" presName="linear" presStyleCnt="0">
        <dgm:presLayoutVars>
          <dgm:animLvl val="lvl"/>
          <dgm:resizeHandles val="exact"/>
        </dgm:presLayoutVars>
      </dgm:prSet>
      <dgm:spPr/>
    </dgm:pt>
    <dgm:pt modelId="{2307E330-A382-49CA-8484-B6CEECEA0756}" type="pres">
      <dgm:prSet presAssocID="{F97DB73E-49FE-4B26-9D29-53CD560370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6F582DC-BA3D-4C18-825B-96C73081107B}" type="pres">
      <dgm:prSet presAssocID="{F97DB73E-49FE-4B26-9D29-53CD560370D0}" presName="childText" presStyleLbl="revTx" presStyleIdx="0" presStyleCnt="2">
        <dgm:presLayoutVars>
          <dgm:bulletEnabled val="1"/>
        </dgm:presLayoutVars>
      </dgm:prSet>
      <dgm:spPr/>
    </dgm:pt>
    <dgm:pt modelId="{728ECC28-F7DD-4E39-82BA-FAFA40C7535A}" type="pres">
      <dgm:prSet presAssocID="{E90074C7-3E27-4DB5-9565-442F61E0E8A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31F5177-F88E-4D0B-934A-5DDF076113BA}" type="pres">
      <dgm:prSet presAssocID="{E90074C7-3E27-4DB5-9565-442F61E0E8A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98E0434-97F3-41AF-BD6A-ADB42222F29C}" srcId="{09786ADB-94F3-497D-BAB7-428BC6369EED}" destId="{E90074C7-3E27-4DB5-9565-442F61E0E8A3}" srcOrd="1" destOrd="0" parTransId="{C5DF8346-8E1E-41F2-BDBC-B382D907F3EE}" sibTransId="{D19461EB-C552-4C32-AE08-88FCC63C5C77}"/>
    <dgm:cxn modelId="{E6279A6B-21B8-45C1-8CF9-AE37013CAF21}" type="presOf" srcId="{E90074C7-3E27-4DB5-9565-442F61E0E8A3}" destId="{728ECC28-F7DD-4E39-82BA-FAFA40C7535A}" srcOrd="0" destOrd="0" presId="urn:microsoft.com/office/officeart/2005/8/layout/vList2"/>
    <dgm:cxn modelId="{F9186F72-D8FA-410A-8715-20CF1B38F33E}" type="presOf" srcId="{4B4E1A89-96B0-4924-94E8-7749CA447F27}" destId="{D6F582DC-BA3D-4C18-825B-96C73081107B}" srcOrd="0" destOrd="0" presId="urn:microsoft.com/office/officeart/2005/8/layout/vList2"/>
    <dgm:cxn modelId="{55EEA177-4A63-4037-ABA0-C4C51D5E405D}" type="presOf" srcId="{3FD0B9D0-4747-495D-BD11-B7E8F71C8C4F}" destId="{D6F582DC-BA3D-4C18-825B-96C73081107B}" srcOrd="0" destOrd="1" presId="urn:microsoft.com/office/officeart/2005/8/layout/vList2"/>
    <dgm:cxn modelId="{BB538287-AF49-4A0F-B1E4-1408ACBF7EC0}" type="presOf" srcId="{F97DB73E-49FE-4B26-9D29-53CD560370D0}" destId="{2307E330-A382-49CA-8484-B6CEECEA0756}" srcOrd="0" destOrd="0" presId="urn:microsoft.com/office/officeart/2005/8/layout/vList2"/>
    <dgm:cxn modelId="{68A7E091-4FB8-4C05-AA6C-D1674A8F9135}" srcId="{E90074C7-3E27-4DB5-9565-442F61E0E8A3}" destId="{72C8707F-56EE-4412-98C2-A70AFF0CF0E7}" srcOrd="0" destOrd="0" parTransId="{36992BB1-8EFA-4EFE-9234-508435611F30}" sibTransId="{9F46F16A-48AF-45C4-83D4-D2A48A121A0B}"/>
    <dgm:cxn modelId="{2B79479B-CB97-4778-882E-5A65E949CDDD}" srcId="{F97DB73E-49FE-4B26-9D29-53CD560370D0}" destId="{4B4E1A89-96B0-4924-94E8-7749CA447F27}" srcOrd="0" destOrd="0" parTransId="{5975682F-0105-41F1-BB35-8AB13C9D95A4}" sibTransId="{488AEE2C-9752-4FA8-9773-B9C21801DAAC}"/>
    <dgm:cxn modelId="{D42E91A2-C01A-48C3-B063-AA080E467858}" srcId="{09786ADB-94F3-497D-BAB7-428BC6369EED}" destId="{F97DB73E-49FE-4B26-9D29-53CD560370D0}" srcOrd="0" destOrd="0" parTransId="{494A9D34-AB32-4DF9-B934-DEBC426C108A}" sibTransId="{539A4DDA-F53A-4F31-8BE8-ABD79C0D3A48}"/>
    <dgm:cxn modelId="{B4B258AF-261F-47CC-8B4E-512E8B84EB71}" srcId="{F97DB73E-49FE-4B26-9D29-53CD560370D0}" destId="{3FD0B9D0-4747-495D-BD11-B7E8F71C8C4F}" srcOrd="1" destOrd="0" parTransId="{F002EA61-CC55-4409-B5DE-60AD0292AE06}" sibTransId="{A809F657-4055-4132-AD9A-EC7A499E075C}"/>
    <dgm:cxn modelId="{2C345DB9-5290-4093-B3EC-C7FFCC5B7143}" type="presOf" srcId="{09786ADB-94F3-497D-BAB7-428BC6369EED}" destId="{6C6BB32C-A224-456E-9B54-5183C43BC661}" srcOrd="0" destOrd="0" presId="urn:microsoft.com/office/officeart/2005/8/layout/vList2"/>
    <dgm:cxn modelId="{63FF03BE-B18D-4160-B0B5-28CB98696A0A}" type="presOf" srcId="{EC54C9B1-F963-41E4-BFC5-5FAC537C52F0}" destId="{D6F582DC-BA3D-4C18-825B-96C73081107B}" srcOrd="0" destOrd="2" presId="urn:microsoft.com/office/officeart/2005/8/layout/vList2"/>
    <dgm:cxn modelId="{D91CA4CC-083C-42E0-9492-506D5F2C3EEB}" type="presOf" srcId="{72C8707F-56EE-4412-98C2-A70AFF0CF0E7}" destId="{D31F5177-F88E-4D0B-934A-5DDF076113BA}" srcOrd="0" destOrd="0" presId="urn:microsoft.com/office/officeart/2005/8/layout/vList2"/>
    <dgm:cxn modelId="{5A0788DC-2243-4B10-B193-DFD0C2148FCF}" srcId="{F97DB73E-49FE-4B26-9D29-53CD560370D0}" destId="{EC54C9B1-F963-41E4-BFC5-5FAC537C52F0}" srcOrd="2" destOrd="0" parTransId="{DCF29D20-846C-414A-A17B-BECAAAA8C67D}" sibTransId="{163C5738-F18A-470A-A4E8-7EF8114F8B6E}"/>
    <dgm:cxn modelId="{5DF688AD-7765-482D-9285-A647B96DE45F}" type="presParOf" srcId="{6C6BB32C-A224-456E-9B54-5183C43BC661}" destId="{2307E330-A382-49CA-8484-B6CEECEA0756}" srcOrd="0" destOrd="0" presId="urn:microsoft.com/office/officeart/2005/8/layout/vList2"/>
    <dgm:cxn modelId="{78BA6241-F98C-45A5-BB56-64C8F3900C3A}" type="presParOf" srcId="{6C6BB32C-A224-456E-9B54-5183C43BC661}" destId="{D6F582DC-BA3D-4C18-825B-96C73081107B}" srcOrd="1" destOrd="0" presId="urn:microsoft.com/office/officeart/2005/8/layout/vList2"/>
    <dgm:cxn modelId="{E2954AA4-C485-400B-A22B-16DD90A86B7E}" type="presParOf" srcId="{6C6BB32C-A224-456E-9B54-5183C43BC661}" destId="{728ECC28-F7DD-4E39-82BA-FAFA40C7535A}" srcOrd="2" destOrd="0" presId="urn:microsoft.com/office/officeart/2005/8/layout/vList2"/>
    <dgm:cxn modelId="{9B051617-3BE1-428E-9911-36A8D2F6F1FA}" type="presParOf" srcId="{6C6BB32C-A224-456E-9B54-5183C43BC661}" destId="{D31F5177-F88E-4D0B-934A-5DDF076113B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D99C5F-6BFC-4E61-A715-B75650E49068}" type="doc">
      <dgm:prSet loTypeId="urn:microsoft.com/office/officeart/2005/8/layout/vList2" loCatId="list" qsTypeId="urn:microsoft.com/office/officeart/2005/8/quickstyle/simple1#12" qsCatId="simple" csTypeId="urn:microsoft.com/office/officeart/2005/8/colors/accent1_2#12" csCatId="accent1"/>
      <dgm:spPr/>
      <dgm:t>
        <a:bodyPr/>
        <a:lstStyle/>
        <a:p>
          <a:endParaRPr lang="en-US"/>
        </a:p>
      </dgm:t>
    </dgm:pt>
    <dgm:pt modelId="{7277413B-2509-4F21-9C37-27C460BCD0D3}">
      <dgm:prSet/>
      <dgm:spPr/>
      <dgm:t>
        <a:bodyPr/>
        <a:lstStyle/>
        <a:p>
          <a:r>
            <a:rPr lang="en-US" b="1" dirty="0"/>
            <a:t>eclipse-</a:t>
          </a:r>
          <a:r>
            <a:rPr lang="en-US" b="1" dirty="0" err="1"/>
            <a:t>mosquitto</a:t>
          </a:r>
          <a:r>
            <a:rPr lang="en-US" b="1" dirty="0"/>
            <a:t> (</a:t>
          </a:r>
          <a:r>
            <a:rPr lang="en-US" b="1" dirty="0" err="1"/>
            <a:t>ส่วนติดตั้งหลัก</a:t>
          </a:r>
          <a:r>
            <a:rPr lang="en-US" b="1" dirty="0"/>
            <a:t>):</a:t>
          </a:r>
          <a:endParaRPr lang="en-US" dirty="0"/>
        </a:p>
      </dgm:t>
    </dgm:pt>
    <dgm:pt modelId="{56058984-F91F-4DA1-977B-9912457FA97D}" type="parTrans" cxnId="{70F7C0D6-43DE-4BE0-8C13-4F38BED65EAC}">
      <dgm:prSet/>
      <dgm:spPr/>
      <dgm:t>
        <a:bodyPr/>
        <a:lstStyle/>
        <a:p>
          <a:endParaRPr lang="en-US"/>
        </a:p>
      </dgm:t>
    </dgm:pt>
    <dgm:pt modelId="{71696986-F1E6-4A07-B79A-84CCF9CE39B9}" type="sibTrans" cxnId="{70F7C0D6-43DE-4BE0-8C13-4F38BED65EAC}">
      <dgm:prSet/>
      <dgm:spPr/>
      <dgm:t>
        <a:bodyPr/>
        <a:lstStyle/>
        <a:p>
          <a:endParaRPr lang="en-US"/>
        </a:p>
      </dgm:t>
    </dgm:pt>
    <dgm:pt modelId="{4E5186CF-373A-48E3-9242-88985ABE9421}">
      <dgm:prSet/>
      <dgm:spPr/>
      <dgm:t>
        <a:bodyPr/>
        <a:lstStyle/>
        <a:p>
          <a:r>
            <a:rPr lang="en-US"/>
            <a:t>เมื่อสั่งคำสั่งนี้ Docker จะวิ่งไปดาวน์โหลดตัวโปรแกรม Mosquitto เวอร์ชันล่าสุดจาก Docker Hub มาติดตั้งลงเครื่องเราทันทีโดยอัตโนมัติ</a:t>
          </a:r>
        </a:p>
      </dgm:t>
    </dgm:pt>
    <dgm:pt modelId="{826E002B-F4AC-458D-BF69-546C5103170E}" type="parTrans" cxnId="{35735D63-D56C-489F-BA17-CD3BEEED05B1}">
      <dgm:prSet/>
      <dgm:spPr/>
      <dgm:t>
        <a:bodyPr/>
        <a:lstStyle/>
        <a:p>
          <a:endParaRPr lang="en-US"/>
        </a:p>
      </dgm:t>
    </dgm:pt>
    <dgm:pt modelId="{C55A1173-D4DA-4D85-A5B1-8F33D8C8E68F}" type="sibTrans" cxnId="{35735D63-D56C-489F-BA17-CD3BEEED05B1}">
      <dgm:prSet/>
      <dgm:spPr/>
      <dgm:t>
        <a:bodyPr/>
        <a:lstStyle/>
        <a:p>
          <a:endParaRPr lang="en-US"/>
        </a:p>
      </dgm:t>
    </dgm:pt>
    <dgm:pt modelId="{2C602DC5-6CAC-48EC-B993-3CA4FD83C156}">
      <dgm:prSet/>
      <dgm:spPr/>
      <dgm:t>
        <a:bodyPr/>
        <a:lstStyle/>
        <a:p>
          <a:r>
            <a:rPr lang="en-US" b="1"/>
            <a:t>-d (Background Running):</a:t>
          </a:r>
          <a:endParaRPr lang="en-US"/>
        </a:p>
      </dgm:t>
    </dgm:pt>
    <dgm:pt modelId="{A39F7DD0-458A-4007-A140-F25ADFDAF6B2}" type="parTrans" cxnId="{42AFCC69-2978-439C-9F66-9EACCC7522C8}">
      <dgm:prSet/>
      <dgm:spPr/>
      <dgm:t>
        <a:bodyPr/>
        <a:lstStyle/>
        <a:p>
          <a:endParaRPr lang="en-US"/>
        </a:p>
      </dgm:t>
    </dgm:pt>
    <dgm:pt modelId="{FDF861B6-67C0-48BE-8F78-C64FC8AAE12E}" type="sibTrans" cxnId="{42AFCC69-2978-439C-9F66-9EACCC7522C8}">
      <dgm:prSet/>
      <dgm:spPr/>
      <dgm:t>
        <a:bodyPr/>
        <a:lstStyle/>
        <a:p>
          <a:endParaRPr lang="en-US"/>
        </a:p>
      </dgm:t>
    </dgm:pt>
    <dgm:pt modelId="{752E0183-3A31-434F-85CC-BC6A7C8A7B35}">
      <dgm:prSet/>
      <dgm:spPr/>
      <dgm:t>
        <a:bodyPr/>
        <a:lstStyle/>
        <a:p>
          <a:r>
            <a:rPr lang="en-US"/>
            <a:t>สั่งให้ Mosquitto ทำงานอยู่เบื้องหลัง ทำให้โปรแกรมเปิดตลอดเวลาโดยไม่ต้องค้างหน้าจอคำสั่งไว้</a:t>
          </a:r>
        </a:p>
      </dgm:t>
    </dgm:pt>
    <dgm:pt modelId="{1A854DB9-CB26-4F20-A5E2-E41BCE98B0D5}" type="parTrans" cxnId="{AC7361CF-D0EC-4CA2-95C4-B111551C7207}">
      <dgm:prSet/>
      <dgm:spPr/>
      <dgm:t>
        <a:bodyPr/>
        <a:lstStyle/>
        <a:p>
          <a:endParaRPr lang="en-US"/>
        </a:p>
      </dgm:t>
    </dgm:pt>
    <dgm:pt modelId="{7CE2CA95-6BF7-4958-83CC-A6EB8CC06609}" type="sibTrans" cxnId="{AC7361CF-D0EC-4CA2-95C4-B111551C7207}">
      <dgm:prSet/>
      <dgm:spPr/>
      <dgm:t>
        <a:bodyPr/>
        <a:lstStyle/>
        <a:p>
          <a:endParaRPr lang="en-US"/>
        </a:p>
      </dgm:t>
    </dgm:pt>
    <dgm:pt modelId="{98E381BA-2667-41B6-BC50-1B8FAE1176D8}">
      <dgm:prSet/>
      <dgm:spPr/>
      <dgm:t>
        <a:bodyPr/>
        <a:lstStyle/>
        <a:p>
          <a:r>
            <a:rPr lang="en-US" b="1"/>
            <a:t>-p 1883:1883 และ -p 9001:9001 (Port Binding):</a:t>
          </a:r>
          <a:endParaRPr lang="en-US"/>
        </a:p>
      </dgm:t>
    </dgm:pt>
    <dgm:pt modelId="{585FAEF0-22D5-496C-9E45-C70F86DCFD56}" type="parTrans" cxnId="{EEBC4892-EC1D-4FA8-B69C-ED288E00C458}">
      <dgm:prSet/>
      <dgm:spPr/>
      <dgm:t>
        <a:bodyPr/>
        <a:lstStyle/>
        <a:p>
          <a:endParaRPr lang="en-US"/>
        </a:p>
      </dgm:t>
    </dgm:pt>
    <dgm:pt modelId="{EBEB6158-8D14-42E6-94B3-965C8DE2285A}" type="sibTrans" cxnId="{EEBC4892-EC1D-4FA8-B69C-ED288E00C458}">
      <dgm:prSet/>
      <dgm:spPr/>
      <dgm:t>
        <a:bodyPr/>
        <a:lstStyle/>
        <a:p>
          <a:endParaRPr lang="en-US"/>
        </a:p>
      </dgm:t>
    </dgm:pt>
    <dgm:pt modelId="{46E265F2-DB52-4830-B259-9E66B28077B9}">
      <dgm:prSet/>
      <dgm:spPr/>
      <dgm:t>
        <a:bodyPr/>
        <a:lstStyle/>
        <a:p>
          <a:r>
            <a:rPr lang="en-US" dirty="0" err="1"/>
            <a:t>เปิดช่องทางให้ภายนอกติดต่อเข้ามาได้</a:t>
          </a:r>
          <a:r>
            <a:rPr lang="en-US" dirty="0"/>
            <a:t> </a:t>
          </a:r>
          <a:r>
            <a:rPr lang="en-US" dirty="0" err="1"/>
            <a:t>โดยพอร์ต</a:t>
          </a:r>
          <a:r>
            <a:rPr lang="en-US" dirty="0"/>
            <a:t> 1883 </a:t>
          </a:r>
          <a:r>
            <a:rPr lang="en-US" dirty="0" err="1"/>
            <a:t>สำหรับ</a:t>
          </a:r>
          <a:r>
            <a:rPr lang="en-US" dirty="0"/>
            <a:t> MQTT </a:t>
          </a:r>
          <a:r>
            <a:rPr lang="en-US" dirty="0" err="1"/>
            <a:t>ปกติ</a:t>
          </a:r>
          <a:r>
            <a:rPr lang="en-US" dirty="0"/>
            <a:t> </a:t>
          </a:r>
          <a:r>
            <a:rPr lang="en-US" dirty="0" err="1"/>
            <a:t>และ</a:t>
          </a:r>
          <a:r>
            <a:rPr lang="en-US" dirty="0"/>
            <a:t> 9001 </a:t>
          </a:r>
          <a:r>
            <a:rPr lang="en-US" dirty="0" err="1"/>
            <a:t>สำหรับ</a:t>
          </a:r>
          <a:r>
            <a:rPr lang="en-US" dirty="0"/>
            <a:t> </a:t>
          </a:r>
          <a:r>
            <a:rPr lang="en-US" dirty="0" err="1"/>
            <a:t>WebSockets</a:t>
          </a:r>
          <a:endParaRPr lang="en-US" dirty="0"/>
        </a:p>
      </dgm:t>
    </dgm:pt>
    <dgm:pt modelId="{5CAA9443-15AE-4D2D-A816-8306056662FB}" type="parTrans" cxnId="{048A8341-2665-451B-8D0C-EC3BDE707BA3}">
      <dgm:prSet/>
      <dgm:spPr/>
      <dgm:t>
        <a:bodyPr/>
        <a:lstStyle/>
        <a:p>
          <a:endParaRPr lang="en-US"/>
        </a:p>
      </dgm:t>
    </dgm:pt>
    <dgm:pt modelId="{1D30F0AC-BD88-436B-8DF0-6D06D56744B9}" type="sibTrans" cxnId="{048A8341-2665-451B-8D0C-EC3BDE707BA3}">
      <dgm:prSet/>
      <dgm:spPr/>
      <dgm:t>
        <a:bodyPr/>
        <a:lstStyle/>
        <a:p>
          <a:endParaRPr lang="en-US"/>
        </a:p>
      </dgm:t>
    </dgm:pt>
    <dgm:pt modelId="{4865319B-E7C3-400C-BEE9-FABC8D132A97}">
      <dgm:prSet/>
      <dgm:spPr/>
      <dgm:t>
        <a:bodyPr/>
        <a:lstStyle/>
        <a:p>
          <a:r>
            <a:rPr lang="en-US" b="1"/>
            <a:t>-v C:/...:/mosquitto/... (Configuration Linking):</a:t>
          </a:r>
          <a:endParaRPr lang="en-US"/>
        </a:p>
      </dgm:t>
    </dgm:pt>
    <dgm:pt modelId="{DCCDECB2-B8A2-4437-BBA7-5E7B8DBDCFAE}" type="parTrans" cxnId="{9C3BDB15-7A84-4B10-8B2F-AC0CDF9755E7}">
      <dgm:prSet/>
      <dgm:spPr/>
      <dgm:t>
        <a:bodyPr/>
        <a:lstStyle/>
        <a:p>
          <a:endParaRPr lang="en-US"/>
        </a:p>
      </dgm:t>
    </dgm:pt>
    <dgm:pt modelId="{07AF9AE4-147D-47E7-8EBC-E06368545C3E}" type="sibTrans" cxnId="{9C3BDB15-7A84-4B10-8B2F-AC0CDF9755E7}">
      <dgm:prSet/>
      <dgm:spPr/>
      <dgm:t>
        <a:bodyPr/>
        <a:lstStyle/>
        <a:p>
          <a:endParaRPr lang="en-US"/>
        </a:p>
      </dgm:t>
    </dgm:pt>
    <dgm:pt modelId="{371E6D8A-3DBE-43DB-8F92-AAF2D015F133}">
      <dgm:prSet/>
      <dgm:spPr/>
      <dgm:t>
        <a:bodyPr/>
        <a:lstStyle/>
        <a:p>
          <a:r>
            <a:rPr lang="en-US"/>
            <a:t>เชื่อมไฟล์คอนฟิกที่เราเขียนเตรียมไว้ในสไลด์ที่ 3 เข้าไปในตัวโปรแกรม Mosquitto</a:t>
          </a:r>
        </a:p>
      </dgm:t>
    </dgm:pt>
    <dgm:pt modelId="{BB3E4FA6-D9F4-402E-B245-164F22B662CA}" type="parTrans" cxnId="{BD37A9CB-BED3-487C-AAAC-2C161666923A}">
      <dgm:prSet/>
      <dgm:spPr/>
      <dgm:t>
        <a:bodyPr/>
        <a:lstStyle/>
        <a:p>
          <a:endParaRPr lang="en-US"/>
        </a:p>
      </dgm:t>
    </dgm:pt>
    <dgm:pt modelId="{DBED6CA0-8316-448E-A07E-86F896D0DB5F}" type="sibTrans" cxnId="{BD37A9CB-BED3-487C-AAAC-2C161666923A}">
      <dgm:prSet/>
      <dgm:spPr/>
      <dgm:t>
        <a:bodyPr/>
        <a:lstStyle/>
        <a:p>
          <a:endParaRPr lang="en-US"/>
        </a:p>
      </dgm:t>
    </dgm:pt>
    <dgm:pt modelId="{27B5EB12-95CB-4FF9-B6C9-DC43C6FDBB04}" type="pres">
      <dgm:prSet presAssocID="{83D99C5F-6BFC-4E61-A715-B75650E49068}" presName="linear" presStyleCnt="0">
        <dgm:presLayoutVars>
          <dgm:animLvl val="lvl"/>
          <dgm:resizeHandles val="exact"/>
        </dgm:presLayoutVars>
      </dgm:prSet>
      <dgm:spPr/>
    </dgm:pt>
    <dgm:pt modelId="{1D82BF54-D20F-4ED2-8DDF-C199199C800D}" type="pres">
      <dgm:prSet presAssocID="{7277413B-2509-4F21-9C37-27C460BCD0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7E31C3-BB7B-4372-A94E-7061B2969365}" type="pres">
      <dgm:prSet presAssocID="{7277413B-2509-4F21-9C37-27C460BCD0D3}" presName="childText" presStyleLbl="revTx" presStyleIdx="0" presStyleCnt="4">
        <dgm:presLayoutVars>
          <dgm:bulletEnabled val="1"/>
        </dgm:presLayoutVars>
      </dgm:prSet>
      <dgm:spPr/>
    </dgm:pt>
    <dgm:pt modelId="{3E734163-513B-4D6A-8FFD-D50992CCF85B}" type="pres">
      <dgm:prSet presAssocID="{2C602DC5-6CAC-48EC-B993-3CA4FD83C15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3CA8D2-6150-42F9-8665-70200352746C}" type="pres">
      <dgm:prSet presAssocID="{2C602DC5-6CAC-48EC-B993-3CA4FD83C156}" presName="childText" presStyleLbl="revTx" presStyleIdx="1" presStyleCnt="4">
        <dgm:presLayoutVars>
          <dgm:bulletEnabled val="1"/>
        </dgm:presLayoutVars>
      </dgm:prSet>
      <dgm:spPr/>
    </dgm:pt>
    <dgm:pt modelId="{64408C96-3C80-4247-BCB2-F674C53E5721}" type="pres">
      <dgm:prSet presAssocID="{98E381BA-2667-41B6-BC50-1B8FAE1176D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CFFBA9-0296-4756-8181-33EED832024C}" type="pres">
      <dgm:prSet presAssocID="{98E381BA-2667-41B6-BC50-1B8FAE1176D8}" presName="childText" presStyleLbl="revTx" presStyleIdx="2" presStyleCnt="4">
        <dgm:presLayoutVars>
          <dgm:bulletEnabled val="1"/>
        </dgm:presLayoutVars>
      </dgm:prSet>
      <dgm:spPr/>
    </dgm:pt>
    <dgm:pt modelId="{DEEDD0B8-6439-4437-A00F-5C779C308A7D}" type="pres">
      <dgm:prSet presAssocID="{4865319B-E7C3-400C-BEE9-FABC8D132A9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BF671C1-62F0-4FD6-A72F-1B66B3FA4B62}" type="pres">
      <dgm:prSet presAssocID="{4865319B-E7C3-400C-BEE9-FABC8D132A97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C3BDB15-7A84-4B10-8B2F-AC0CDF9755E7}" srcId="{83D99C5F-6BFC-4E61-A715-B75650E49068}" destId="{4865319B-E7C3-400C-BEE9-FABC8D132A97}" srcOrd="3" destOrd="0" parTransId="{DCCDECB2-B8A2-4437-BBA7-5E7B8DBDCFAE}" sibTransId="{07AF9AE4-147D-47E7-8EBC-E06368545C3E}"/>
    <dgm:cxn modelId="{E61C1B17-7E47-4439-930C-DAD69C99CAE1}" type="presOf" srcId="{2C602DC5-6CAC-48EC-B993-3CA4FD83C156}" destId="{3E734163-513B-4D6A-8FFD-D50992CCF85B}" srcOrd="0" destOrd="0" presId="urn:microsoft.com/office/officeart/2005/8/layout/vList2"/>
    <dgm:cxn modelId="{FE505617-B8CE-4C9A-AF84-EF2CC48EABEC}" type="presOf" srcId="{752E0183-3A31-434F-85CC-BC6A7C8A7B35}" destId="{D73CA8D2-6150-42F9-8665-70200352746C}" srcOrd="0" destOrd="0" presId="urn:microsoft.com/office/officeart/2005/8/layout/vList2"/>
    <dgm:cxn modelId="{5489A32D-09FB-4AC7-8832-3F5D4EA4FC4A}" type="presOf" srcId="{98E381BA-2667-41B6-BC50-1B8FAE1176D8}" destId="{64408C96-3C80-4247-BCB2-F674C53E5721}" srcOrd="0" destOrd="0" presId="urn:microsoft.com/office/officeart/2005/8/layout/vList2"/>
    <dgm:cxn modelId="{A6179430-50E5-4899-A308-397D7B6C8746}" type="presOf" srcId="{4865319B-E7C3-400C-BEE9-FABC8D132A97}" destId="{DEEDD0B8-6439-4437-A00F-5C779C308A7D}" srcOrd="0" destOrd="0" presId="urn:microsoft.com/office/officeart/2005/8/layout/vList2"/>
    <dgm:cxn modelId="{D085013D-DF88-4B3B-9C5F-75DBDBF68C62}" type="presOf" srcId="{371E6D8A-3DBE-43DB-8F92-AAF2D015F133}" destId="{9BF671C1-62F0-4FD6-A72F-1B66B3FA4B62}" srcOrd="0" destOrd="0" presId="urn:microsoft.com/office/officeart/2005/8/layout/vList2"/>
    <dgm:cxn modelId="{E88F0F3E-B261-4D41-B961-5CBEA6D49ABE}" type="presOf" srcId="{7277413B-2509-4F21-9C37-27C460BCD0D3}" destId="{1D82BF54-D20F-4ED2-8DDF-C199199C800D}" srcOrd="0" destOrd="0" presId="urn:microsoft.com/office/officeart/2005/8/layout/vList2"/>
    <dgm:cxn modelId="{048A8341-2665-451B-8D0C-EC3BDE707BA3}" srcId="{98E381BA-2667-41B6-BC50-1B8FAE1176D8}" destId="{46E265F2-DB52-4830-B259-9E66B28077B9}" srcOrd="0" destOrd="0" parTransId="{5CAA9443-15AE-4D2D-A816-8306056662FB}" sibTransId="{1D30F0AC-BD88-436B-8DF0-6D06D56744B9}"/>
    <dgm:cxn modelId="{35735D63-D56C-489F-BA17-CD3BEEED05B1}" srcId="{7277413B-2509-4F21-9C37-27C460BCD0D3}" destId="{4E5186CF-373A-48E3-9242-88985ABE9421}" srcOrd="0" destOrd="0" parTransId="{826E002B-F4AC-458D-BF69-546C5103170E}" sibTransId="{C55A1173-D4DA-4D85-A5B1-8F33D8C8E68F}"/>
    <dgm:cxn modelId="{BB4EE165-EFD8-42E6-90F9-F95928FF7248}" type="presOf" srcId="{83D99C5F-6BFC-4E61-A715-B75650E49068}" destId="{27B5EB12-95CB-4FF9-B6C9-DC43C6FDBB04}" srcOrd="0" destOrd="0" presId="urn:microsoft.com/office/officeart/2005/8/layout/vList2"/>
    <dgm:cxn modelId="{E4C07E66-E590-471C-B7E6-6BC8B6BDC068}" type="presOf" srcId="{46E265F2-DB52-4830-B259-9E66B28077B9}" destId="{9ECFFBA9-0296-4756-8181-33EED832024C}" srcOrd="0" destOrd="0" presId="urn:microsoft.com/office/officeart/2005/8/layout/vList2"/>
    <dgm:cxn modelId="{42AFCC69-2978-439C-9F66-9EACCC7522C8}" srcId="{83D99C5F-6BFC-4E61-A715-B75650E49068}" destId="{2C602DC5-6CAC-48EC-B993-3CA4FD83C156}" srcOrd="1" destOrd="0" parTransId="{A39F7DD0-458A-4007-A140-F25ADFDAF6B2}" sibTransId="{FDF861B6-67C0-48BE-8F78-C64FC8AAE12E}"/>
    <dgm:cxn modelId="{EEBC4892-EC1D-4FA8-B69C-ED288E00C458}" srcId="{83D99C5F-6BFC-4E61-A715-B75650E49068}" destId="{98E381BA-2667-41B6-BC50-1B8FAE1176D8}" srcOrd="2" destOrd="0" parTransId="{585FAEF0-22D5-496C-9E45-C70F86DCFD56}" sibTransId="{EBEB6158-8D14-42E6-94B3-965C8DE2285A}"/>
    <dgm:cxn modelId="{BD37A9CB-BED3-487C-AAAC-2C161666923A}" srcId="{4865319B-E7C3-400C-BEE9-FABC8D132A97}" destId="{371E6D8A-3DBE-43DB-8F92-AAF2D015F133}" srcOrd="0" destOrd="0" parTransId="{BB3E4FA6-D9F4-402E-B245-164F22B662CA}" sibTransId="{DBED6CA0-8316-448E-A07E-86F896D0DB5F}"/>
    <dgm:cxn modelId="{AC7361CF-D0EC-4CA2-95C4-B111551C7207}" srcId="{2C602DC5-6CAC-48EC-B993-3CA4FD83C156}" destId="{752E0183-3A31-434F-85CC-BC6A7C8A7B35}" srcOrd="0" destOrd="0" parTransId="{1A854DB9-CB26-4F20-A5E2-E41BCE98B0D5}" sibTransId="{7CE2CA95-6BF7-4958-83CC-A6EB8CC06609}"/>
    <dgm:cxn modelId="{70F7C0D6-43DE-4BE0-8C13-4F38BED65EAC}" srcId="{83D99C5F-6BFC-4E61-A715-B75650E49068}" destId="{7277413B-2509-4F21-9C37-27C460BCD0D3}" srcOrd="0" destOrd="0" parTransId="{56058984-F91F-4DA1-977B-9912457FA97D}" sibTransId="{71696986-F1E6-4A07-B79A-84CCF9CE39B9}"/>
    <dgm:cxn modelId="{F75F23FB-817B-457A-80B1-655E30CB6871}" type="presOf" srcId="{4E5186CF-373A-48E3-9242-88985ABE9421}" destId="{077E31C3-BB7B-4372-A94E-7061B2969365}" srcOrd="0" destOrd="0" presId="urn:microsoft.com/office/officeart/2005/8/layout/vList2"/>
    <dgm:cxn modelId="{C38A7945-6436-44C2-958D-E2F2AD9A02B3}" type="presParOf" srcId="{27B5EB12-95CB-4FF9-B6C9-DC43C6FDBB04}" destId="{1D82BF54-D20F-4ED2-8DDF-C199199C800D}" srcOrd="0" destOrd="0" presId="urn:microsoft.com/office/officeart/2005/8/layout/vList2"/>
    <dgm:cxn modelId="{4C182595-0CF0-4C3E-9463-C7DCFB945C84}" type="presParOf" srcId="{27B5EB12-95CB-4FF9-B6C9-DC43C6FDBB04}" destId="{077E31C3-BB7B-4372-A94E-7061B2969365}" srcOrd="1" destOrd="0" presId="urn:microsoft.com/office/officeart/2005/8/layout/vList2"/>
    <dgm:cxn modelId="{C6554F59-A128-4757-B298-7F417F370DED}" type="presParOf" srcId="{27B5EB12-95CB-4FF9-B6C9-DC43C6FDBB04}" destId="{3E734163-513B-4D6A-8FFD-D50992CCF85B}" srcOrd="2" destOrd="0" presId="urn:microsoft.com/office/officeart/2005/8/layout/vList2"/>
    <dgm:cxn modelId="{3041BFA7-BE97-4363-9A40-BCF42BD62BBA}" type="presParOf" srcId="{27B5EB12-95CB-4FF9-B6C9-DC43C6FDBB04}" destId="{D73CA8D2-6150-42F9-8665-70200352746C}" srcOrd="3" destOrd="0" presId="urn:microsoft.com/office/officeart/2005/8/layout/vList2"/>
    <dgm:cxn modelId="{34026C9C-EC02-456E-9676-D3778053EA34}" type="presParOf" srcId="{27B5EB12-95CB-4FF9-B6C9-DC43C6FDBB04}" destId="{64408C96-3C80-4247-BCB2-F674C53E5721}" srcOrd="4" destOrd="0" presId="urn:microsoft.com/office/officeart/2005/8/layout/vList2"/>
    <dgm:cxn modelId="{BD06C4A8-3296-4C62-A9FB-092BA8E35519}" type="presParOf" srcId="{27B5EB12-95CB-4FF9-B6C9-DC43C6FDBB04}" destId="{9ECFFBA9-0296-4756-8181-33EED832024C}" srcOrd="5" destOrd="0" presId="urn:microsoft.com/office/officeart/2005/8/layout/vList2"/>
    <dgm:cxn modelId="{F2E25832-074C-43FD-9E42-0A0F2EFA9E64}" type="presParOf" srcId="{27B5EB12-95CB-4FF9-B6C9-DC43C6FDBB04}" destId="{DEEDD0B8-6439-4437-A00F-5C779C308A7D}" srcOrd="6" destOrd="0" presId="urn:microsoft.com/office/officeart/2005/8/layout/vList2"/>
    <dgm:cxn modelId="{8CBAEEFF-DA89-4BD7-ACA1-F3256BC23428}" type="presParOf" srcId="{27B5EB12-95CB-4FF9-B6C9-DC43C6FDBB04}" destId="{9BF671C1-62F0-4FD6-A72F-1B66B3FA4B6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A50EAF2-AE66-4F8D-AA76-F99D0E7A6E87}" type="doc">
      <dgm:prSet loTypeId="urn:microsoft.com/office/officeart/2005/8/layout/vList2" loCatId="list" qsTypeId="urn:microsoft.com/office/officeart/2005/8/quickstyle/simple1#18" qsCatId="simple" csTypeId="urn:microsoft.com/office/officeart/2005/8/colors/accent1_2#18" csCatId="accent1"/>
      <dgm:spPr/>
      <dgm:t>
        <a:bodyPr/>
        <a:lstStyle/>
        <a:p>
          <a:endParaRPr lang="en-US"/>
        </a:p>
      </dgm:t>
    </dgm:pt>
    <dgm:pt modelId="{36AF492E-B212-48F5-9812-73794E585D25}">
      <dgm:prSet/>
      <dgm:spPr/>
      <dgm:t>
        <a:bodyPr/>
        <a:lstStyle/>
        <a:p>
          <a:r>
            <a:rPr lang="en-US" b="1"/>
            <a:t>ฝั่ง Admin Server กด Subscribe:</a:t>
          </a:r>
          <a:endParaRPr lang="en-US"/>
        </a:p>
      </dgm:t>
    </dgm:pt>
    <dgm:pt modelId="{A8F18E9F-9E1E-43C6-A10F-D408B1276B27}" type="parTrans" cxnId="{D35BFE73-CB2F-432B-9B12-21508ACC486C}">
      <dgm:prSet/>
      <dgm:spPr/>
      <dgm:t>
        <a:bodyPr/>
        <a:lstStyle/>
        <a:p>
          <a:endParaRPr lang="en-US"/>
        </a:p>
      </dgm:t>
    </dgm:pt>
    <dgm:pt modelId="{3A2DE68B-42A9-43D9-B9BA-D31094D9C907}" type="sibTrans" cxnId="{D35BFE73-CB2F-432B-9B12-21508ACC486C}">
      <dgm:prSet/>
      <dgm:spPr/>
      <dgm:t>
        <a:bodyPr/>
        <a:lstStyle/>
        <a:p>
          <a:endParaRPr lang="en-US"/>
        </a:p>
      </dgm:t>
    </dgm:pt>
    <dgm:pt modelId="{6702C403-B9FF-4DBE-80A2-E7AC369F0A68}">
      <dgm:prSet/>
      <dgm:spPr/>
      <dgm:t>
        <a:bodyPr/>
        <a:lstStyle/>
        <a:p>
          <a:r>
            <a:rPr lang="en-US"/>
            <a:t>ตั้งค่า Subscribe ไปที่ Topic: </a:t>
          </a:r>
          <a:r>
            <a:rPr lang="en-US" b="1"/>
            <a:t>devices/#</a:t>
          </a:r>
          <a:r>
            <a:rPr lang="en-US"/>
            <a:t> (ใช้ Wildcard # เพื่อรอรับข้อมูลจากทุกอุปกรณ์)</a:t>
          </a:r>
        </a:p>
      </dgm:t>
    </dgm:pt>
    <dgm:pt modelId="{D284EB9A-3EEF-4961-9A7C-A9714016872F}" type="parTrans" cxnId="{DA0DD01B-BB13-4D0C-983E-5CD3460DE137}">
      <dgm:prSet/>
      <dgm:spPr/>
      <dgm:t>
        <a:bodyPr/>
        <a:lstStyle/>
        <a:p>
          <a:endParaRPr lang="en-US"/>
        </a:p>
      </dgm:t>
    </dgm:pt>
    <dgm:pt modelId="{DB0E9756-BD1D-4E9E-A40E-F62F96963BA7}" type="sibTrans" cxnId="{DA0DD01B-BB13-4D0C-983E-5CD3460DE137}">
      <dgm:prSet/>
      <dgm:spPr/>
      <dgm:t>
        <a:bodyPr/>
        <a:lstStyle/>
        <a:p>
          <a:endParaRPr lang="en-US"/>
        </a:p>
      </dgm:t>
    </dgm:pt>
    <dgm:pt modelId="{AA89ADF8-C36D-44F2-9429-497EAC60BAD8}">
      <dgm:prSet/>
      <dgm:spPr/>
      <dgm:t>
        <a:bodyPr/>
        <a:lstStyle/>
        <a:p>
          <a:r>
            <a:rPr lang="en-US" b="1"/>
            <a:t>ฝั่ง Device 001 กด Publish (ส่งค่าเซนเซอร์):</a:t>
          </a:r>
          <a:endParaRPr lang="en-US"/>
        </a:p>
      </dgm:t>
    </dgm:pt>
    <dgm:pt modelId="{4DF7732B-C91F-4D58-9E1F-5B65F9A0097B}" type="parTrans" cxnId="{05E0E840-8C3A-4234-9B7F-01BD5521D777}">
      <dgm:prSet/>
      <dgm:spPr/>
      <dgm:t>
        <a:bodyPr/>
        <a:lstStyle/>
        <a:p>
          <a:endParaRPr lang="en-US"/>
        </a:p>
      </dgm:t>
    </dgm:pt>
    <dgm:pt modelId="{6F73178D-7FF2-4839-855D-ACB8AF93AD3F}" type="sibTrans" cxnId="{05E0E840-8C3A-4234-9B7F-01BD5521D777}">
      <dgm:prSet/>
      <dgm:spPr/>
      <dgm:t>
        <a:bodyPr/>
        <a:lstStyle/>
        <a:p>
          <a:endParaRPr lang="en-US"/>
        </a:p>
      </dgm:t>
    </dgm:pt>
    <dgm:pt modelId="{3231891A-8330-4ED0-880D-82A2D1349C10}">
      <dgm:prSet/>
      <dgm:spPr/>
      <dgm:t>
        <a:bodyPr/>
        <a:lstStyle/>
        <a:p>
          <a:r>
            <a:rPr lang="en-US"/>
            <a:t>ตั้งค่า Publish ไปยัง Topic: </a:t>
          </a:r>
          <a:r>
            <a:rPr lang="en-US" b="1"/>
            <a:t>devices/device_001/telemetry</a:t>
          </a:r>
          <a:endParaRPr lang="en-US"/>
        </a:p>
      </dgm:t>
    </dgm:pt>
    <dgm:pt modelId="{1E00DF4B-69EB-456F-84BC-618F7972EFA5}" type="parTrans" cxnId="{D0A9228C-82B0-4A54-9336-0BBDEC9246B2}">
      <dgm:prSet/>
      <dgm:spPr/>
      <dgm:t>
        <a:bodyPr/>
        <a:lstStyle/>
        <a:p>
          <a:endParaRPr lang="en-US"/>
        </a:p>
      </dgm:t>
    </dgm:pt>
    <dgm:pt modelId="{76641E5F-ADD6-462F-BB9C-CAF30F316436}" type="sibTrans" cxnId="{D0A9228C-82B0-4A54-9336-0BBDEC9246B2}">
      <dgm:prSet/>
      <dgm:spPr/>
      <dgm:t>
        <a:bodyPr/>
        <a:lstStyle/>
        <a:p>
          <a:endParaRPr lang="en-US"/>
        </a:p>
      </dgm:t>
    </dgm:pt>
    <dgm:pt modelId="{4B5EBDBA-236A-4942-9352-68CE5502FC2E}">
      <dgm:prSet/>
      <dgm:spPr/>
      <dgm:t>
        <a:bodyPr/>
        <a:lstStyle/>
        <a:p>
          <a:r>
            <a:rPr lang="en-US"/>
            <a:t>ข้อความ (Payload): {"temperature": 28.5, "humidity": 60}</a:t>
          </a:r>
        </a:p>
      </dgm:t>
    </dgm:pt>
    <dgm:pt modelId="{64953F68-94FD-40F0-880C-237DE4A3EF67}" type="parTrans" cxnId="{DE4EABC3-D1BF-4D3F-82FE-C72F7528E798}">
      <dgm:prSet/>
      <dgm:spPr/>
      <dgm:t>
        <a:bodyPr/>
        <a:lstStyle/>
        <a:p>
          <a:endParaRPr lang="en-US"/>
        </a:p>
      </dgm:t>
    </dgm:pt>
    <dgm:pt modelId="{EB32B69A-0A5F-4A67-B6FD-7BFF4D663DC7}" type="sibTrans" cxnId="{DE4EABC3-D1BF-4D3F-82FE-C72F7528E798}">
      <dgm:prSet/>
      <dgm:spPr/>
      <dgm:t>
        <a:bodyPr/>
        <a:lstStyle/>
        <a:p>
          <a:endParaRPr lang="en-US"/>
        </a:p>
      </dgm:t>
    </dgm:pt>
    <dgm:pt modelId="{28C5F5B6-9FDF-4B24-B222-77208B0CB512}">
      <dgm:prSet/>
      <dgm:spPr/>
      <dgm:t>
        <a:bodyPr/>
        <a:lstStyle/>
        <a:p>
          <a:r>
            <a:rPr lang="en-US" b="1"/>
            <a:t>ผลลัพธ์:</a:t>
          </a:r>
          <a:r>
            <a:rPr lang="en-US"/>
            <a:t> ฝั่ง Admin Server จะได้รับข้อความขึ้นบนหน้าจอทันที 🟢</a:t>
          </a:r>
        </a:p>
      </dgm:t>
    </dgm:pt>
    <dgm:pt modelId="{48BA485F-6A7F-4B99-843F-58404192D58C}" type="parTrans" cxnId="{11A28A2F-CA7B-4E74-8BA3-7E649E7B0789}">
      <dgm:prSet/>
      <dgm:spPr/>
      <dgm:t>
        <a:bodyPr/>
        <a:lstStyle/>
        <a:p>
          <a:endParaRPr lang="en-US"/>
        </a:p>
      </dgm:t>
    </dgm:pt>
    <dgm:pt modelId="{14C1FB0A-56B9-4781-8D57-AF84833321EE}" type="sibTrans" cxnId="{11A28A2F-CA7B-4E74-8BA3-7E649E7B0789}">
      <dgm:prSet/>
      <dgm:spPr/>
      <dgm:t>
        <a:bodyPr/>
        <a:lstStyle/>
        <a:p>
          <a:endParaRPr lang="en-US"/>
        </a:p>
      </dgm:t>
    </dgm:pt>
    <dgm:pt modelId="{98BC58B6-837E-460A-A981-D7B831A0587B}" type="pres">
      <dgm:prSet presAssocID="{5A50EAF2-AE66-4F8D-AA76-F99D0E7A6E87}" presName="linear" presStyleCnt="0">
        <dgm:presLayoutVars>
          <dgm:animLvl val="lvl"/>
          <dgm:resizeHandles val="exact"/>
        </dgm:presLayoutVars>
      </dgm:prSet>
      <dgm:spPr/>
    </dgm:pt>
    <dgm:pt modelId="{27694BF5-9A24-4884-83E9-E61F7A876E96}" type="pres">
      <dgm:prSet presAssocID="{36AF492E-B212-48F5-9812-73794E585D2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B54BA30-52E6-4FFA-8B8F-BE6E2D3DF40B}" type="pres">
      <dgm:prSet presAssocID="{36AF492E-B212-48F5-9812-73794E585D25}" presName="childText" presStyleLbl="revTx" presStyleIdx="0" presStyleCnt="2">
        <dgm:presLayoutVars>
          <dgm:bulletEnabled val="1"/>
        </dgm:presLayoutVars>
      </dgm:prSet>
      <dgm:spPr/>
    </dgm:pt>
    <dgm:pt modelId="{5EEDED9E-B5F7-488B-8A04-26622383E0CD}" type="pres">
      <dgm:prSet presAssocID="{AA89ADF8-C36D-44F2-9429-497EAC60BAD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B5A24E6-A91D-408A-AFD0-BA4ACE06F1DC}" type="pres">
      <dgm:prSet presAssocID="{AA89ADF8-C36D-44F2-9429-497EAC60BAD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0DD01B-BB13-4D0C-983E-5CD3460DE137}" srcId="{36AF492E-B212-48F5-9812-73794E585D25}" destId="{6702C403-B9FF-4DBE-80A2-E7AC369F0A68}" srcOrd="0" destOrd="0" parTransId="{D284EB9A-3EEF-4961-9A7C-A9714016872F}" sibTransId="{DB0E9756-BD1D-4E9E-A40E-F62F96963BA7}"/>
    <dgm:cxn modelId="{D3B4EF1C-519C-4443-8FF5-FF1B62900A05}" type="presOf" srcId="{3231891A-8330-4ED0-880D-82A2D1349C10}" destId="{0B5A24E6-A91D-408A-AFD0-BA4ACE06F1DC}" srcOrd="0" destOrd="0" presId="urn:microsoft.com/office/officeart/2005/8/layout/vList2"/>
    <dgm:cxn modelId="{60BBB71F-2776-477C-9FCA-BDCB27B6D497}" type="presOf" srcId="{5A50EAF2-AE66-4F8D-AA76-F99D0E7A6E87}" destId="{98BC58B6-837E-460A-A981-D7B831A0587B}" srcOrd="0" destOrd="0" presId="urn:microsoft.com/office/officeart/2005/8/layout/vList2"/>
    <dgm:cxn modelId="{C6436C20-1DF1-4B9E-8330-94C961D4F270}" type="presOf" srcId="{28C5F5B6-9FDF-4B24-B222-77208B0CB512}" destId="{0B5A24E6-A91D-408A-AFD0-BA4ACE06F1DC}" srcOrd="0" destOrd="2" presId="urn:microsoft.com/office/officeart/2005/8/layout/vList2"/>
    <dgm:cxn modelId="{11A28A2F-CA7B-4E74-8BA3-7E649E7B0789}" srcId="{AA89ADF8-C36D-44F2-9429-497EAC60BAD8}" destId="{28C5F5B6-9FDF-4B24-B222-77208B0CB512}" srcOrd="2" destOrd="0" parTransId="{48BA485F-6A7F-4B99-843F-58404192D58C}" sibTransId="{14C1FB0A-56B9-4781-8D57-AF84833321EE}"/>
    <dgm:cxn modelId="{D5888D2F-5678-4CF2-9B8E-EBB600A07D9E}" type="presOf" srcId="{6702C403-B9FF-4DBE-80A2-E7AC369F0A68}" destId="{CB54BA30-52E6-4FFA-8B8F-BE6E2D3DF40B}" srcOrd="0" destOrd="0" presId="urn:microsoft.com/office/officeart/2005/8/layout/vList2"/>
    <dgm:cxn modelId="{F1505640-51F0-49A5-9398-A87EFE8AD8C5}" type="presOf" srcId="{4B5EBDBA-236A-4942-9352-68CE5502FC2E}" destId="{0B5A24E6-A91D-408A-AFD0-BA4ACE06F1DC}" srcOrd="0" destOrd="1" presId="urn:microsoft.com/office/officeart/2005/8/layout/vList2"/>
    <dgm:cxn modelId="{05E0E840-8C3A-4234-9B7F-01BD5521D777}" srcId="{5A50EAF2-AE66-4F8D-AA76-F99D0E7A6E87}" destId="{AA89ADF8-C36D-44F2-9429-497EAC60BAD8}" srcOrd="1" destOrd="0" parTransId="{4DF7732B-C91F-4D58-9E1F-5B65F9A0097B}" sibTransId="{6F73178D-7FF2-4839-855D-ACB8AF93AD3F}"/>
    <dgm:cxn modelId="{D35BFE73-CB2F-432B-9B12-21508ACC486C}" srcId="{5A50EAF2-AE66-4F8D-AA76-F99D0E7A6E87}" destId="{36AF492E-B212-48F5-9812-73794E585D25}" srcOrd="0" destOrd="0" parTransId="{A8F18E9F-9E1E-43C6-A10F-D408B1276B27}" sibTransId="{3A2DE68B-42A9-43D9-B9BA-D31094D9C907}"/>
    <dgm:cxn modelId="{D0A9228C-82B0-4A54-9336-0BBDEC9246B2}" srcId="{AA89ADF8-C36D-44F2-9429-497EAC60BAD8}" destId="{3231891A-8330-4ED0-880D-82A2D1349C10}" srcOrd="0" destOrd="0" parTransId="{1E00DF4B-69EB-456F-84BC-618F7972EFA5}" sibTransId="{76641E5F-ADD6-462F-BB9C-CAF30F316436}"/>
    <dgm:cxn modelId="{DE4EABC3-D1BF-4D3F-82FE-C72F7528E798}" srcId="{AA89ADF8-C36D-44F2-9429-497EAC60BAD8}" destId="{4B5EBDBA-236A-4942-9352-68CE5502FC2E}" srcOrd="1" destOrd="0" parTransId="{64953F68-94FD-40F0-880C-237DE4A3EF67}" sibTransId="{EB32B69A-0A5F-4A67-B6FD-7BFF4D663DC7}"/>
    <dgm:cxn modelId="{E5D9A2E6-DA0F-4BFD-B6D1-07FAE98101D0}" type="presOf" srcId="{AA89ADF8-C36D-44F2-9429-497EAC60BAD8}" destId="{5EEDED9E-B5F7-488B-8A04-26622383E0CD}" srcOrd="0" destOrd="0" presId="urn:microsoft.com/office/officeart/2005/8/layout/vList2"/>
    <dgm:cxn modelId="{8FCE0BFC-0256-4A9A-9CA5-105CE924F5D2}" type="presOf" srcId="{36AF492E-B212-48F5-9812-73794E585D25}" destId="{27694BF5-9A24-4884-83E9-E61F7A876E96}" srcOrd="0" destOrd="0" presId="urn:microsoft.com/office/officeart/2005/8/layout/vList2"/>
    <dgm:cxn modelId="{B38A2D01-556A-4ED3-9830-61B2FBB5E6AD}" type="presParOf" srcId="{98BC58B6-837E-460A-A981-D7B831A0587B}" destId="{27694BF5-9A24-4884-83E9-E61F7A876E96}" srcOrd="0" destOrd="0" presId="urn:microsoft.com/office/officeart/2005/8/layout/vList2"/>
    <dgm:cxn modelId="{59B52A8D-C341-4F27-A9E9-E5E273F44CC5}" type="presParOf" srcId="{98BC58B6-837E-460A-A981-D7B831A0587B}" destId="{CB54BA30-52E6-4FFA-8B8F-BE6E2D3DF40B}" srcOrd="1" destOrd="0" presId="urn:microsoft.com/office/officeart/2005/8/layout/vList2"/>
    <dgm:cxn modelId="{23E7C379-BED9-442F-AB2D-2604F49F68BC}" type="presParOf" srcId="{98BC58B6-837E-460A-A981-D7B831A0587B}" destId="{5EEDED9E-B5F7-488B-8A04-26622383E0CD}" srcOrd="2" destOrd="0" presId="urn:microsoft.com/office/officeart/2005/8/layout/vList2"/>
    <dgm:cxn modelId="{12C37559-BC92-487E-84FD-DBC9E8189E5A}" type="presParOf" srcId="{98BC58B6-837E-460A-A981-D7B831A0587B}" destId="{0B5A24E6-A91D-408A-AFD0-BA4ACE06F1D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039010-E9B1-438F-B375-D314DD63BC95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94F0BD3A-57A8-4A68-B04A-8C80B08639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ngsana New" panose="02020603050405020304" pitchFamily="18" charset="-34"/>
              <a:cs typeface="Angsana New" panose="02020603050405020304" pitchFamily="18" charset="-34"/>
            </a:rPr>
            <a:t>Network Layer: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ใช้ไลบรารี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WiFi.h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ในการเชื่อมต่อเครือข่าย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Wi-Fi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วงเดียวกับ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Broker</a:t>
          </a:r>
        </a:p>
      </dgm:t>
    </dgm:pt>
    <dgm:pt modelId="{7A77FF42-6212-4006-9670-F017F07EFBAD}" type="parTrans" cxnId="{C7281071-191B-41AB-9996-D1F7B9540F89}">
      <dgm:prSet/>
      <dgm:spPr/>
      <dgm:t>
        <a:bodyPr/>
        <a:lstStyle/>
        <a:p>
          <a:endParaRPr lang="en-US"/>
        </a:p>
      </dgm:t>
    </dgm:pt>
    <dgm:pt modelId="{31B677DA-F16C-47ED-B44C-F73ADD1C2BC9}" type="sibTrans" cxnId="{C7281071-191B-41AB-9996-D1F7B9540F89}">
      <dgm:prSet/>
      <dgm:spPr/>
      <dgm:t>
        <a:bodyPr/>
        <a:lstStyle/>
        <a:p>
          <a:endParaRPr lang="en-US"/>
        </a:p>
      </dgm:t>
    </dgm:pt>
    <dgm:pt modelId="{B967CA4D-D3FB-407B-B5AE-5CE217F241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ngsana New" panose="02020603050405020304" pitchFamily="18" charset="-34"/>
              <a:cs typeface="Angsana New" panose="02020603050405020304" pitchFamily="18" charset="-34"/>
            </a:rPr>
            <a:t>Messaging Layer: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ใช้ไลบรารี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PubSubClient.h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จัดการโปรโตคอล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MQTT</a:t>
          </a:r>
        </a:p>
      </dgm:t>
    </dgm:pt>
    <dgm:pt modelId="{B4D8BBF2-C91F-4756-82F4-86A5F809DCAA}" type="parTrans" cxnId="{96DF7116-E8E6-4D39-A5E3-C67708FF9B78}">
      <dgm:prSet/>
      <dgm:spPr/>
      <dgm:t>
        <a:bodyPr/>
        <a:lstStyle/>
        <a:p>
          <a:endParaRPr lang="en-US"/>
        </a:p>
      </dgm:t>
    </dgm:pt>
    <dgm:pt modelId="{5C117AF5-D675-40DF-BF9C-01A9DAF42566}" type="sibTrans" cxnId="{96DF7116-E8E6-4D39-A5E3-C67708FF9B78}">
      <dgm:prSet/>
      <dgm:spPr/>
      <dgm:t>
        <a:bodyPr/>
        <a:lstStyle/>
        <a:p>
          <a:endParaRPr lang="en-US"/>
        </a:p>
      </dgm:t>
    </dgm:pt>
    <dgm:pt modelId="{66B2D63E-D5D9-4F91-9781-C8CA2F00F3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ngsana New" panose="02020603050405020304" pitchFamily="18" charset="-34"/>
              <a:cs typeface="Angsana New" panose="02020603050405020304" pitchFamily="18" charset="-34"/>
            </a:rPr>
            <a:t>Authentication Boundary: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ระบุ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Username (device_001)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และ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Password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เพื่อผ่านการตรวจสอบสิทธิ์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Security Layer</a:t>
          </a:r>
        </a:p>
      </dgm:t>
    </dgm:pt>
    <dgm:pt modelId="{F61E3689-8D13-46A0-A453-0A220CC1E7CE}" type="parTrans" cxnId="{ADD36ED7-BA3C-4A07-9A04-1A2D20FCF1CC}">
      <dgm:prSet/>
      <dgm:spPr/>
      <dgm:t>
        <a:bodyPr/>
        <a:lstStyle/>
        <a:p>
          <a:endParaRPr lang="en-US"/>
        </a:p>
      </dgm:t>
    </dgm:pt>
    <dgm:pt modelId="{87A75031-FED7-43E3-B777-A788BD1277F2}" type="sibTrans" cxnId="{ADD36ED7-BA3C-4A07-9A04-1A2D20FCF1CC}">
      <dgm:prSet/>
      <dgm:spPr/>
      <dgm:t>
        <a:bodyPr/>
        <a:lstStyle/>
        <a:p>
          <a:endParaRPr lang="en-US"/>
        </a:p>
      </dgm:t>
    </dgm:pt>
    <dgm:pt modelId="{C779632C-E60F-422C-B4C2-F111DD0ECE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ngsana New" panose="02020603050405020304" pitchFamily="18" charset="-34"/>
              <a:cs typeface="Angsana New" panose="02020603050405020304" pitchFamily="18" charset="-34"/>
            </a:rPr>
            <a:t>Payload Structure: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แปลงข้อมูลเซนเซอร์ให้อยู่ในรูปแบบ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b="1" dirty="0">
              <a:latin typeface="Angsana New" panose="02020603050405020304" pitchFamily="18" charset="-34"/>
              <a:cs typeface="Angsana New" panose="02020603050405020304" pitchFamily="18" charset="-34"/>
            </a:rPr>
            <a:t>JSON Format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dirty="0" err="1">
              <a:latin typeface="Angsana New" panose="02020603050405020304" pitchFamily="18" charset="-34"/>
              <a:cs typeface="Angsana New" panose="02020603050405020304" pitchFamily="18" charset="-34"/>
            </a:rPr>
            <a:t>เพื่อมาตรฐานการส่งข้อมูลแบบ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 Industrial IoT</a:t>
          </a:r>
        </a:p>
      </dgm:t>
    </dgm:pt>
    <dgm:pt modelId="{A6AF2224-E8B0-4B7D-BD26-A879AAD1E115}" type="parTrans" cxnId="{F06CA612-28E9-416F-B04A-5427444A5DD8}">
      <dgm:prSet/>
      <dgm:spPr/>
      <dgm:t>
        <a:bodyPr/>
        <a:lstStyle/>
        <a:p>
          <a:endParaRPr lang="en-US"/>
        </a:p>
      </dgm:t>
    </dgm:pt>
    <dgm:pt modelId="{F886A4E6-0E7E-4AF5-946D-EEED52DB63F3}" type="sibTrans" cxnId="{F06CA612-28E9-416F-B04A-5427444A5DD8}">
      <dgm:prSet/>
      <dgm:spPr/>
      <dgm:t>
        <a:bodyPr/>
        <a:lstStyle/>
        <a:p>
          <a:endParaRPr lang="en-US"/>
        </a:p>
      </dgm:t>
    </dgm:pt>
    <dgm:pt modelId="{DC928177-A262-4422-B25E-10B556B3160C}" type="pres">
      <dgm:prSet presAssocID="{DA039010-E9B1-438F-B375-D314DD63BC95}" presName="root" presStyleCnt="0">
        <dgm:presLayoutVars>
          <dgm:dir/>
          <dgm:resizeHandles val="exact"/>
        </dgm:presLayoutVars>
      </dgm:prSet>
      <dgm:spPr/>
    </dgm:pt>
    <dgm:pt modelId="{C94A1E44-B40C-4F98-95F2-2964FD78C3AD}" type="pres">
      <dgm:prSet presAssocID="{94F0BD3A-57A8-4A68-B04A-8C80B0863911}" presName="compNode" presStyleCnt="0"/>
      <dgm:spPr/>
    </dgm:pt>
    <dgm:pt modelId="{4EBAD49C-1ED4-4E18-A41F-89BB21CD6931}" type="pres">
      <dgm:prSet presAssocID="{94F0BD3A-57A8-4A68-B04A-8C80B0863911}" presName="bgRect" presStyleLbl="bgShp" presStyleIdx="0" presStyleCnt="4"/>
      <dgm:spPr/>
    </dgm:pt>
    <dgm:pt modelId="{08504455-1C3C-45D3-848A-1CD134584D9A}" type="pres">
      <dgm:prSet presAssocID="{94F0BD3A-57A8-4A68-B04A-8C80B086391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FF180A6E-D00D-46A3-A080-878B957B0ED3}" type="pres">
      <dgm:prSet presAssocID="{94F0BD3A-57A8-4A68-B04A-8C80B0863911}" presName="spaceRect" presStyleCnt="0"/>
      <dgm:spPr/>
    </dgm:pt>
    <dgm:pt modelId="{9532BF5C-8CA7-44EA-B0E6-A4407EE1B90B}" type="pres">
      <dgm:prSet presAssocID="{94F0BD3A-57A8-4A68-B04A-8C80B0863911}" presName="parTx" presStyleLbl="revTx" presStyleIdx="0" presStyleCnt="4" custLinFactNeighborX="-221" custLinFactNeighborY="-197">
        <dgm:presLayoutVars>
          <dgm:chMax val="0"/>
          <dgm:chPref val="0"/>
        </dgm:presLayoutVars>
      </dgm:prSet>
      <dgm:spPr/>
    </dgm:pt>
    <dgm:pt modelId="{91B0E737-F90B-4165-B652-0F1623D3F355}" type="pres">
      <dgm:prSet presAssocID="{31B677DA-F16C-47ED-B44C-F73ADD1C2BC9}" presName="sibTrans" presStyleCnt="0"/>
      <dgm:spPr/>
    </dgm:pt>
    <dgm:pt modelId="{1D90F469-D333-4A77-BBBE-4EA1E8D875D8}" type="pres">
      <dgm:prSet presAssocID="{B967CA4D-D3FB-407B-B5AE-5CE217F2412E}" presName="compNode" presStyleCnt="0"/>
      <dgm:spPr/>
    </dgm:pt>
    <dgm:pt modelId="{96BAD865-22D2-417B-B695-64270F136C94}" type="pres">
      <dgm:prSet presAssocID="{B967CA4D-D3FB-407B-B5AE-5CE217F2412E}" presName="bgRect" presStyleLbl="bgShp" presStyleIdx="1" presStyleCnt="4"/>
      <dgm:spPr/>
    </dgm:pt>
    <dgm:pt modelId="{55E122E6-9E7B-408E-B3A7-7A83901E99DC}" type="pres">
      <dgm:prSet presAssocID="{B967CA4D-D3FB-407B-B5AE-5CE217F2412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4D5BA60-8F60-47E6-9FE0-C13A38E352D6}" type="pres">
      <dgm:prSet presAssocID="{B967CA4D-D3FB-407B-B5AE-5CE217F2412E}" presName="spaceRect" presStyleCnt="0"/>
      <dgm:spPr/>
    </dgm:pt>
    <dgm:pt modelId="{2AC85D36-7944-4ACF-9B03-D7CC04920F4A}" type="pres">
      <dgm:prSet presAssocID="{B967CA4D-D3FB-407B-B5AE-5CE217F2412E}" presName="parTx" presStyleLbl="revTx" presStyleIdx="1" presStyleCnt="4" custLinFactNeighborX="-221" custLinFactNeighborY="-197">
        <dgm:presLayoutVars>
          <dgm:chMax val="0"/>
          <dgm:chPref val="0"/>
        </dgm:presLayoutVars>
      </dgm:prSet>
      <dgm:spPr/>
    </dgm:pt>
    <dgm:pt modelId="{D2594216-7E4C-4B99-ACAB-AE88F6BF87BC}" type="pres">
      <dgm:prSet presAssocID="{5C117AF5-D675-40DF-BF9C-01A9DAF42566}" presName="sibTrans" presStyleCnt="0"/>
      <dgm:spPr/>
    </dgm:pt>
    <dgm:pt modelId="{B8D9CC6D-EA6E-458D-9AA5-0F0CB48AFA8B}" type="pres">
      <dgm:prSet presAssocID="{66B2D63E-D5D9-4F91-9781-C8CA2F00F347}" presName="compNode" presStyleCnt="0"/>
      <dgm:spPr/>
    </dgm:pt>
    <dgm:pt modelId="{64BDB00B-3F88-4CEE-BFF8-6497F03EE21B}" type="pres">
      <dgm:prSet presAssocID="{66B2D63E-D5D9-4F91-9781-C8CA2F00F347}" presName="bgRect" presStyleLbl="bgShp" presStyleIdx="2" presStyleCnt="4" custLinFactNeighborX="-210" custLinFactNeighborY="-197"/>
      <dgm:spPr/>
    </dgm:pt>
    <dgm:pt modelId="{ED6642E3-0324-4196-8EFE-F591D1F0AACB}" type="pres">
      <dgm:prSet presAssocID="{66B2D63E-D5D9-4F91-9781-C8CA2F00F34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4ADEC98D-E2F2-4CD0-8223-CD5EF39FFE09}" type="pres">
      <dgm:prSet presAssocID="{66B2D63E-D5D9-4F91-9781-C8CA2F00F347}" presName="spaceRect" presStyleCnt="0"/>
      <dgm:spPr/>
    </dgm:pt>
    <dgm:pt modelId="{DB766F68-381C-4DF9-9E74-98E873A6F3A5}" type="pres">
      <dgm:prSet presAssocID="{66B2D63E-D5D9-4F91-9781-C8CA2F00F347}" presName="parTx" presStyleLbl="revTx" presStyleIdx="2" presStyleCnt="4">
        <dgm:presLayoutVars>
          <dgm:chMax val="0"/>
          <dgm:chPref val="0"/>
        </dgm:presLayoutVars>
      </dgm:prSet>
      <dgm:spPr/>
    </dgm:pt>
    <dgm:pt modelId="{B4C3B488-4828-4014-B644-9F942B077EA8}" type="pres">
      <dgm:prSet presAssocID="{87A75031-FED7-43E3-B777-A788BD1277F2}" presName="sibTrans" presStyleCnt="0"/>
      <dgm:spPr/>
    </dgm:pt>
    <dgm:pt modelId="{7303DFBE-B341-4E81-9B00-0E6E669BDAB1}" type="pres">
      <dgm:prSet presAssocID="{C779632C-E60F-422C-B4C2-F111DD0ECEAF}" presName="compNode" presStyleCnt="0"/>
      <dgm:spPr/>
    </dgm:pt>
    <dgm:pt modelId="{8CB442C9-C5CF-493D-BF15-57E6B58C0F69}" type="pres">
      <dgm:prSet presAssocID="{C779632C-E60F-422C-B4C2-F111DD0ECEAF}" presName="bgRect" presStyleLbl="bgShp" presStyleIdx="3" presStyleCnt="4"/>
      <dgm:spPr/>
    </dgm:pt>
    <dgm:pt modelId="{0AFAE76F-2513-45CB-B1E0-2D76FB4959F4}" type="pres">
      <dgm:prSet presAssocID="{C779632C-E60F-422C-B4C2-F111DD0ECEA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086F134-A1C6-4F0F-90FD-F6D2DEA8E708}" type="pres">
      <dgm:prSet presAssocID="{C779632C-E60F-422C-B4C2-F111DD0ECEAF}" presName="spaceRect" presStyleCnt="0"/>
      <dgm:spPr/>
    </dgm:pt>
    <dgm:pt modelId="{762BE110-4D41-49E6-83A7-36727FF87F01}" type="pres">
      <dgm:prSet presAssocID="{C779632C-E60F-422C-B4C2-F111DD0ECEAF}" presName="parTx" presStyleLbl="revTx" presStyleIdx="3" presStyleCnt="4" custLinFactNeighborX="-221" custLinFactNeighborY="-197">
        <dgm:presLayoutVars>
          <dgm:chMax val="0"/>
          <dgm:chPref val="0"/>
        </dgm:presLayoutVars>
      </dgm:prSet>
      <dgm:spPr/>
    </dgm:pt>
  </dgm:ptLst>
  <dgm:cxnLst>
    <dgm:cxn modelId="{F06CA612-28E9-416F-B04A-5427444A5DD8}" srcId="{DA039010-E9B1-438F-B375-D314DD63BC95}" destId="{C779632C-E60F-422C-B4C2-F111DD0ECEAF}" srcOrd="3" destOrd="0" parTransId="{A6AF2224-E8B0-4B7D-BD26-A879AAD1E115}" sibTransId="{F886A4E6-0E7E-4AF5-946D-EEED52DB63F3}"/>
    <dgm:cxn modelId="{96DF7116-E8E6-4D39-A5E3-C67708FF9B78}" srcId="{DA039010-E9B1-438F-B375-D314DD63BC95}" destId="{B967CA4D-D3FB-407B-B5AE-5CE217F2412E}" srcOrd="1" destOrd="0" parTransId="{B4D8BBF2-C91F-4756-82F4-86A5F809DCAA}" sibTransId="{5C117AF5-D675-40DF-BF9C-01A9DAF42566}"/>
    <dgm:cxn modelId="{41F8A037-A055-4434-8DC9-36B2D2B6C1DB}" type="presOf" srcId="{B967CA4D-D3FB-407B-B5AE-5CE217F2412E}" destId="{2AC85D36-7944-4ACF-9B03-D7CC04920F4A}" srcOrd="0" destOrd="0" presId="urn:microsoft.com/office/officeart/2018/2/layout/IconVerticalSolidList"/>
    <dgm:cxn modelId="{C7281071-191B-41AB-9996-D1F7B9540F89}" srcId="{DA039010-E9B1-438F-B375-D314DD63BC95}" destId="{94F0BD3A-57A8-4A68-B04A-8C80B0863911}" srcOrd="0" destOrd="0" parTransId="{7A77FF42-6212-4006-9670-F017F07EFBAD}" sibTransId="{31B677DA-F16C-47ED-B44C-F73ADD1C2BC9}"/>
    <dgm:cxn modelId="{CC2C6B7D-F70E-4959-B1F3-F15AD4746F16}" type="presOf" srcId="{DA039010-E9B1-438F-B375-D314DD63BC95}" destId="{DC928177-A262-4422-B25E-10B556B3160C}" srcOrd="0" destOrd="0" presId="urn:microsoft.com/office/officeart/2018/2/layout/IconVerticalSolidList"/>
    <dgm:cxn modelId="{796449A0-DC96-44F3-BFD6-BC73211AFE53}" type="presOf" srcId="{94F0BD3A-57A8-4A68-B04A-8C80B0863911}" destId="{9532BF5C-8CA7-44EA-B0E6-A4407EE1B90B}" srcOrd="0" destOrd="0" presId="urn:microsoft.com/office/officeart/2018/2/layout/IconVerticalSolidList"/>
    <dgm:cxn modelId="{F4612CC0-3EDE-453E-81DE-CC96A8399852}" type="presOf" srcId="{66B2D63E-D5D9-4F91-9781-C8CA2F00F347}" destId="{DB766F68-381C-4DF9-9E74-98E873A6F3A5}" srcOrd="0" destOrd="0" presId="urn:microsoft.com/office/officeart/2018/2/layout/IconVerticalSolidList"/>
    <dgm:cxn modelId="{81B18ECA-0E1D-405B-B7F9-414F30850006}" type="presOf" srcId="{C779632C-E60F-422C-B4C2-F111DD0ECEAF}" destId="{762BE110-4D41-49E6-83A7-36727FF87F01}" srcOrd="0" destOrd="0" presId="urn:microsoft.com/office/officeart/2018/2/layout/IconVerticalSolidList"/>
    <dgm:cxn modelId="{ADD36ED7-BA3C-4A07-9A04-1A2D20FCF1CC}" srcId="{DA039010-E9B1-438F-B375-D314DD63BC95}" destId="{66B2D63E-D5D9-4F91-9781-C8CA2F00F347}" srcOrd="2" destOrd="0" parTransId="{F61E3689-8D13-46A0-A453-0A220CC1E7CE}" sibTransId="{87A75031-FED7-43E3-B777-A788BD1277F2}"/>
    <dgm:cxn modelId="{5D16C219-C3BE-4F61-BA04-519814FA59E2}" type="presParOf" srcId="{DC928177-A262-4422-B25E-10B556B3160C}" destId="{C94A1E44-B40C-4F98-95F2-2964FD78C3AD}" srcOrd="0" destOrd="0" presId="urn:microsoft.com/office/officeart/2018/2/layout/IconVerticalSolidList"/>
    <dgm:cxn modelId="{3004C016-BCE7-4071-9759-2C46C2655B34}" type="presParOf" srcId="{C94A1E44-B40C-4F98-95F2-2964FD78C3AD}" destId="{4EBAD49C-1ED4-4E18-A41F-89BB21CD6931}" srcOrd="0" destOrd="0" presId="urn:microsoft.com/office/officeart/2018/2/layout/IconVerticalSolidList"/>
    <dgm:cxn modelId="{953E55CB-FCAA-4166-B47E-78A2E7EBB682}" type="presParOf" srcId="{C94A1E44-B40C-4F98-95F2-2964FD78C3AD}" destId="{08504455-1C3C-45D3-848A-1CD134584D9A}" srcOrd="1" destOrd="0" presId="urn:microsoft.com/office/officeart/2018/2/layout/IconVerticalSolidList"/>
    <dgm:cxn modelId="{E5579559-4C47-4699-AE35-737BCE8E5B3A}" type="presParOf" srcId="{C94A1E44-B40C-4F98-95F2-2964FD78C3AD}" destId="{FF180A6E-D00D-46A3-A080-878B957B0ED3}" srcOrd="2" destOrd="0" presId="urn:microsoft.com/office/officeart/2018/2/layout/IconVerticalSolidList"/>
    <dgm:cxn modelId="{EF97A2BB-6A15-4343-9AEA-55B15123FC87}" type="presParOf" srcId="{C94A1E44-B40C-4F98-95F2-2964FD78C3AD}" destId="{9532BF5C-8CA7-44EA-B0E6-A4407EE1B90B}" srcOrd="3" destOrd="0" presId="urn:microsoft.com/office/officeart/2018/2/layout/IconVerticalSolidList"/>
    <dgm:cxn modelId="{9BE70036-6C31-44FB-9010-F907A68BA148}" type="presParOf" srcId="{DC928177-A262-4422-B25E-10B556B3160C}" destId="{91B0E737-F90B-4165-B652-0F1623D3F355}" srcOrd="1" destOrd="0" presId="urn:microsoft.com/office/officeart/2018/2/layout/IconVerticalSolidList"/>
    <dgm:cxn modelId="{F24561AB-9401-49A5-9CAC-52E2F9EE4801}" type="presParOf" srcId="{DC928177-A262-4422-B25E-10B556B3160C}" destId="{1D90F469-D333-4A77-BBBE-4EA1E8D875D8}" srcOrd="2" destOrd="0" presId="urn:microsoft.com/office/officeart/2018/2/layout/IconVerticalSolidList"/>
    <dgm:cxn modelId="{A89479E5-9B87-4CCF-9C04-4B62F2725FC4}" type="presParOf" srcId="{1D90F469-D333-4A77-BBBE-4EA1E8D875D8}" destId="{96BAD865-22D2-417B-B695-64270F136C94}" srcOrd="0" destOrd="0" presId="urn:microsoft.com/office/officeart/2018/2/layout/IconVerticalSolidList"/>
    <dgm:cxn modelId="{371AB28C-907D-407F-96E1-7BE7661DFC63}" type="presParOf" srcId="{1D90F469-D333-4A77-BBBE-4EA1E8D875D8}" destId="{55E122E6-9E7B-408E-B3A7-7A83901E99DC}" srcOrd="1" destOrd="0" presId="urn:microsoft.com/office/officeart/2018/2/layout/IconVerticalSolidList"/>
    <dgm:cxn modelId="{61064052-58DC-4958-BCD5-C8919659E806}" type="presParOf" srcId="{1D90F469-D333-4A77-BBBE-4EA1E8D875D8}" destId="{14D5BA60-8F60-47E6-9FE0-C13A38E352D6}" srcOrd="2" destOrd="0" presId="urn:microsoft.com/office/officeart/2018/2/layout/IconVerticalSolidList"/>
    <dgm:cxn modelId="{AC66A4BD-B944-44D9-A431-910ED708BB98}" type="presParOf" srcId="{1D90F469-D333-4A77-BBBE-4EA1E8D875D8}" destId="{2AC85D36-7944-4ACF-9B03-D7CC04920F4A}" srcOrd="3" destOrd="0" presId="urn:microsoft.com/office/officeart/2018/2/layout/IconVerticalSolidList"/>
    <dgm:cxn modelId="{E54BB943-05FF-48B7-9A2B-06A36F18B324}" type="presParOf" srcId="{DC928177-A262-4422-B25E-10B556B3160C}" destId="{D2594216-7E4C-4B99-ACAB-AE88F6BF87BC}" srcOrd="3" destOrd="0" presId="urn:microsoft.com/office/officeart/2018/2/layout/IconVerticalSolidList"/>
    <dgm:cxn modelId="{71230FBC-5453-4207-A315-AA1117161E48}" type="presParOf" srcId="{DC928177-A262-4422-B25E-10B556B3160C}" destId="{B8D9CC6D-EA6E-458D-9AA5-0F0CB48AFA8B}" srcOrd="4" destOrd="0" presId="urn:microsoft.com/office/officeart/2018/2/layout/IconVerticalSolidList"/>
    <dgm:cxn modelId="{48301FE2-60B6-4B42-BE02-8669E35801F7}" type="presParOf" srcId="{B8D9CC6D-EA6E-458D-9AA5-0F0CB48AFA8B}" destId="{64BDB00B-3F88-4CEE-BFF8-6497F03EE21B}" srcOrd="0" destOrd="0" presId="urn:microsoft.com/office/officeart/2018/2/layout/IconVerticalSolidList"/>
    <dgm:cxn modelId="{BE17E248-50FF-40D4-A03B-0CEE328A5F4C}" type="presParOf" srcId="{B8D9CC6D-EA6E-458D-9AA5-0F0CB48AFA8B}" destId="{ED6642E3-0324-4196-8EFE-F591D1F0AACB}" srcOrd="1" destOrd="0" presId="urn:microsoft.com/office/officeart/2018/2/layout/IconVerticalSolidList"/>
    <dgm:cxn modelId="{8533644C-91F7-4796-A733-9E9589ED45C1}" type="presParOf" srcId="{B8D9CC6D-EA6E-458D-9AA5-0F0CB48AFA8B}" destId="{4ADEC98D-E2F2-4CD0-8223-CD5EF39FFE09}" srcOrd="2" destOrd="0" presId="urn:microsoft.com/office/officeart/2018/2/layout/IconVerticalSolidList"/>
    <dgm:cxn modelId="{38649DBF-13CF-4526-926D-28503600E3CD}" type="presParOf" srcId="{B8D9CC6D-EA6E-458D-9AA5-0F0CB48AFA8B}" destId="{DB766F68-381C-4DF9-9E74-98E873A6F3A5}" srcOrd="3" destOrd="0" presId="urn:microsoft.com/office/officeart/2018/2/layout/IconVerticalSolidList"/>
    <dgm:cxn modelId="{9A7EE7E6-8AB2-4CB5-B70C-F53ECAB724B4}" type="presParOf" srcId="{DC928177-A262-4422-B25E-10B556B3160C}" destId="{B4C3B488-4828-4014-B644-9F942B077EA8}" srcOrd="5" destOrd="0" presId="urn:microsoft.com/office/officeart/2018/2/layout/IconVerticalSolidList"/>
    <dgm:cxn modelId="{91995612-D824-4BB2-B470-4D52E49B240E}" type="presParOf" srcId="{DC928177-A262-4422-B25E-10B556B3160C}" destId="{7303DFBE-B341-4E81-9B00-0E6E669BDAB1}" srcOrd="6" destOrd="0" presId="urn:microsoft.com/office/officeart/2018/2/layout/IconVerticalSolidList"/>
    <dgm:cxn modelId="{CFCD5EE2-F27C-4598-A451-E8FC8EAA1A4F}" type="presParOf" srcId="{7303DFBE-B341-4E81-9B00-0E6E669BDAB1}" destId="{8CB442C9-C5CF-493D-BF15-57E6B58C0F69}" srcOrd="0" destOrd="0" presId="urn:microsoft.com/office/officeart/2018/2/layout/IconVerticalSolidList"/>
    <dgm:cxn modelId="{6F12424D-563A-4763-A6A2-C58FEC1A2AF3}" type="presParOf" srcId="{7303DFBE-B341-4E81-9B00-0E6E669BDAB1}" destId="{0AFAE76F-2513-45CB-B1E0-2D76FB4959F4}" srcOrd="1" destOrd="0" presId="urn:microsoft.com/office/officeart/2018/2/layout/IconVerticalSolidList"/>
    <dgm:cxn modelId="{F8832CC2-CC99-42B7-BD76-7217CF3449AC}" type="presParOf" srcId="{7303DFBE-B341-4E81-9B00-0E6E669BDAB1}" destId="{7086F134-A1C6-4F0F-90FD-F6D2DEA8E708}" srcOrd="2" destOrd="0" presId="urn:microsoft.com/office/officeart/2018/2/layout/IconVerticalSolidList"/>
    <dgm:cxn modelId="{608758D1-7074-4E9C-919D-1240E0767DFE}" type="presParOf" srcId="{7303DFBE-B341-4E81-9B00-0E6E669BDAB1}" destId="{762BE110-4D41-49E6-83A7-36727FF87F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74166-43AD-429E-99D5-5E3B8E4294B9}">
      <dsp:nvSpPr>
        <dsp:cNvPr id="0" name=""/>
        <dsp:cNvSpPr/>
      </dsp:nvSpPr>
      <dsp:spPr>
        <a:xfrm>
          <a:off x="0" y="59808"/>
          <a:ext cx="8621485" cy="6122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การสร้าง Directory Structure ในเครื่อง Host (เครื่องคอมพิวเตอร์ของเรา)</a:t>
          </a:r>
          <a:endParaRPr lang="en-US" sz="1400" kern="1200"/>
        </a:p>
      </dsp:txBody>
      <dsp:txXfrm>
        <a:off x="29885" y="89693"/>
        <a:ext cx="8561715" cy="552432"/>
      </dsp:txXfrm>
    </dsp:sp>
    <dsp:sp modelId="{51EEB540-6009-4043-849C-71C7769E798C}">
      <dsp:nvSpPr>
        <dsp:cNvPr id="0" name=""/>
        <dsp:cNvSpPr/>
      </dsp:nvSpPr>
      <dsp:spPr>
        <a:xfrm>
          <a:off x="0" y="712330"/>
          <a:ext cx="8621485" cy="6122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สาเหตุที่เราต้องสร้างโฟลเดอร์ไว้บนเครื่องจริงก่อน</a:t>
          </a:r>
          <a:r>
            <a:rPr lang="en-US" sz="1400" kern="1200" dirty="0"/>
            <a:t> </a:t>
          </a:r>
          <a:r>
            <a:rPr lang="en-US" sz="1400" kern="1200" dirty="0" err="1"/>
            <a:t>เพราะเราจะทำ</a:t>
          </a:r>
          <a:r>
            <a:rPr lang="en-US" sz="1400" kern="1200" dirty="0"/>
            <a:t> </a:t>
          </a:r>
          <a:r>
            <a:rPr lang="en-US" sz="1400" b="1" kern="1200" dirty="0"/>
            <a:t>Volume Mapping (Mounting)</a:t>
          </a:r>
          <a:r>
            <a:rPr lang="en-US" sz="1400" kern="1200" dirty="0"/>
            <a:t> </a:t>
          </a:r>
          <a:r>
            <a:rPr lang="en-US" sz="1400" kern="1200" dirty="0" err="1"/>
            <a:t>เพื่อดึงไฟล์ตั้งค่าความปลอดภัยส่งเข้าไปข้างใน</a:t>
          </a:r>
          <a:r>
            <a:rPr lang="en-US" sz="1400" kern="1200" dirty="0"/>
            <a:t> Docker Container </a:t>
          </a:r>
          <a:r>
            <a:rPr lang="en-US" sz="1400" kern="1200" dirty="0" err="1"/>
            <a:t>ทำให้เราแก้ไขไฟล์บนเครื่องคอมพิวเตอร์ของเราได้สะดวก</a:t>
          </a:r>
          <a:r>
            <a:rPr lang="en-US" sz="1400" kern="1200" dirty="0"/>
            <a:t> </a:t>
          </a:r>
          <a:r>
            <a:rPr lang="en-US" sz="1400" kern="1200" dirty="0" err="1"/>
            <a:t>โดยไม่ต้องเข้าไปแก้ไขข้างใน</a:t>
          </a:r>
          <a:r>
            <a:rPr lang="en-US" sz="1400" kern="1200" dirty="0"/>
            <a:t> Container</a:t>
          </a:r>
        </a:p>
      </dsp:txBody>
      <dsp:txXfrm>
        <a:off x="29885" y="742215"/>
        <a:ext cx="8561715" cy="552432"/>
      </dsp:txXfrm>
    </dsp:sp>
    <dsp:sp modelId="{07CC850B-25D2-4064-8555-DAA29F9D9081}">
      <dsp:nvSpPr>
        <dsp:cNvPr id="0" name=""/>
        <dsp:cNvSpPr/>
      </dsp:nvSpPr>
      <dsp:spPr>
        <a:xfrm>
          <a:off x="0" y="1324533"/>
          <a:ext cx="8621485" cy="1477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732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การสร้างโฟลเดอร์แบ่งตามระบบปฏิบัติการ: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สำหรับ Windows:</a:t>
          </a:r>
          <a:endParaRPr lang="en-US" sz="1100" kern="1200"/>
        </a:p>
        <a:p>
          <a:pPr marL="171450" lvl="3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เปิด </a:t>
          </a:r>
          <a:r>
            <a:rPr lang="en-US" sz="1100" b="1" kern="1200"/>
            <a:t>This PC</a:t>
          </a:r>
          <a:r>
            <a:rPr lang="en-US" sz="1100" kern="1200"/>
            <a:t> เข้าไปยัง C:\ (C Drive)</a:t>
          </a:r>
        </a:p>
        <a:p>
          <a:pPr marL="171450" lvl="3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สร้างโฟลเดอร์ใหม่ชื่อ mosquitto (จะได้ Path เป็น C:\mosquitto)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สำหรับ Mac / Linux:</a:t>
          </a:r>
          <a:endParaRPr lang="en-US" sz="1100" kern="1200"/>
        </a:p>
        <a:p>
          <a:pPr marL="171450" lvl="3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เปิดโปรแกรม </a:t>
          </a:r>
          <a:r>
            <a:rPr lang="en-US" sz="1100" b="1" kern="1200"/>
            <a:t>Terminal</a:t>
          </a:r>
          <a:endParaRPr lang="en-US" sz="1100" kern="1200"/>
        </a:p>
        <a:p>
          <a:pPr marL="171450" lvl="3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พิมพ์คำสั่ง mkdir -p ~/mosquitto เพื่อสร้างโฟลเดอร์ชื่อ mosquitto ไว้ที่ Home Directory</a:t>
          </a:r>
        </a:p>
      </dsp:txBody>
      <dsp:txXfrm>
        <a:off x="0" y="1324533"/>
        <a:ext cx="8621485" cy="1477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93F2E-B774-4576-BE25-8C07646377B6}">
      <dsp:nvSpPr>
        <dsp:cNvPr id="0" name=""/>
        <dsp:cNvSpPr/>
      </dsp:nvSpPr>
      <dsp:spPr>
        <a:xfrm>
          <a:off x="0" y="53461"/>
          <a:ext cx="6958027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listener 1883</a:t>
          </a:r>
          <a:endParaRPr lang="en-US" sz="1000" kern="1200"/>
        </a:p>
      </dsp:txBody>
      <dsp:txXfrm>
        <a:off x="11709" y="65170"/>
        <a:ext cx="6934609" cy="216432"/>
      </dsp:txXfrm>
    </dsp:sp>
    <dsp:sp modelId="{AA91EC94-894F-4FD9-90E9-44CF21C1026E}">
      <dsp:nvSpPr>
        <dsp:cNvPr id="0" name=""/>
        <dsp:cNvSpPr/>
      </dsp:nvSpPr>
      <dsp:spPr>
        <a:xfrm>
          <a:off x="0" y="293312"/>
          <a:ext cx="6958027" cy="31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17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ความหมาย:</a:t>
          </a:r>
          <a:r>
            <a:rPr lang="en-US" sz="800" kern="1200"/>
            <a:t> เปิดพอร์ตหมายเลข 1883 ซึ่งเป็นพอร์ตมาตรฐานสากลสำหรับโปรโตคอล MQTT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ความสำคัญ:</a:t>
          </a:r>
          <a:r>
            <a:rPr lang="en-US" sz="800" kern="1200"/>
            <a:t> คอยเปิดประตูรอรับการเชื่อมต่อจากอุปกรณ์ IoT ต่างๆ</a:t>
          </a:r>
        </a:p>
      </dsp:txBody>
      <dsp:txXfrm>
        <a:off x="0" y="293312"/>
        <a:ext cx="6958027" cy="310500"/>
      </dsp:txXfrm>
    </dsp:sp>
    <dsp:sp modelId="{4CDA8553-0941-4BE4-A85D-836764A3728E}">
      <dsp:nvSpPr>
        <dsp:cNvPr id="0" name=""/>
        <dsp:cNvSpPr/>
      </dsp:nvSpPr>
      <dsp:spPr>
        <a:xfrm>
          <a:off x="0" y="603812"/>
          <a:ext cx="6958027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allow_anonymous false</a:t>
          </a:r>
          <a:endParaRPr lang="en-US" sz="1000" kern="1200"/>
        </a:p>
      </dsp:txBody>
      <dsp:txXfrm>
        <a:off x="11709" y="615521"/>
        <a:ext cx="6934609" cy="216432"/>
      </dsp:txXfrm>
    </dsp:sp>
    <dsp:sp modelId="{5817C93C-9328-4999-ACF7-473E4558E3C7}">
      <dsp:nvSpPr>
        <dsp:cNvPr id="0" name=""/>
        <dsp:cNvSpPr/>
      </dsp:nvSpPr>
      <dsp:spPr>
        <a:xfrm>
          <a:off x="0" y="843662"/>
          <a:ext cx="6958027" cy="31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17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ความหมาย:</a:t>
          </a:r>
          <a:r>
            <a:rPr lang="en-US" sz="800" kern="1200"/>
            <a:t> ไม่อนุญาตให้ผู้ใช้ที่ไม่มี Username และ Password เชื่อมต่อเข้ามา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ความสำคัญ:</a:t>
          </a:r>
          <a:r>
            <a:rPr lang="en-US" sz="800" kern="1200"/>
            <a:t> เป็นปราการด่านแรก ป้องกันไม่ให้แฮกเกอร์ หรืออุปกรณ์แปลกปลอมแอบต่อเข้ามาส่งข้อมูล</a:t>
          </a:r>
        </a:p>
      </dsp:txBody>
      <dsp:txXfrm>
        <a:off x="0" y="843662"/>
        <a:ext cx="6958027" cy="310500"/>
      </dsp:txXfrm>
    </dsp:sp>
    <dsp:sp modelId="{07192801-E99E-476C-B165-AE1060AC6BA0}">
      <dsp:nvSpPr>
        <dsp:cNvPr id="0" name=""/>
        <dsp:cNvSpPr/>
      </dsp:nvSpPr>
      <dsp:spPr>
        <a:xfrm>
          <a:off x="0" y="1154162"/>
          <a:ext cx="6958027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password_file /mosquitto/config/password.txt</a:t>
          </a:r>
          <a:endParaRPr lang="en-US" sz="1000" kern="1200"/>
        </a:p>
      </dsp:txBody>
      <dsp:txXfrm>
        <a:off x="11709" y="1165871"/>
        <a:ext cx="6934609" cy="216432"/>
      </dsp:txXfrm>
    </dsp:sp>
    <dsp:sp modelId="{C8F186E9-FC82-493E-9C8D-5C7C9B83AB1A}">
      <dsp:nvSpPr>
        <dsp:cNvPr id="0" name=""/>
        <dsp:cNvSpPr/>
      </dsp:nvSpPr>
      <dsp:spPr>
        <a:xfrm>
          <a:off x="0" y="1394012"/>
          <a:ext cx="6958027" cy="31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17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ความหมาย:</a:t>
          </a:r>
          <a:r>
            <a:rPr lang="en-US" sz="800" kern="1200"/>
            <a:t> บอกโปรแกรมให้ไปเช็กรหัสผ่านที่ไฟล์ password.txt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ความสำคัญ:</a:t>
          </a:r>
          <a:r>
            <a:rPr lang="en-US" sz="800" kern="1200"/>
            <a:t> ใช้ในการยืนยันตัวตน (Authentication) ว่าผู้ที่ต่อเข้ามาเป็น User ของระบบจริงหรือไม่</a:t>
          </a:r>
        </a:p>
      </dsp:txBody>
      <dsp:txXfrm>
        <a:off x="0" y="1394012"/>
        <a:ext cx="6958027" cy="310500"/>
      </dsp:txXfrm>
    </dsp:sp>
    <dsp:sp modelId="{580C9D9B-F691-4DCF-B6AB-1689BB559E19}">
      <dsp:nvSpPr>
        <dsp:cNvPr id="0" name=""/>
        <dsp:cNvSpPr/>
      </dsp:nvSpPr>
      <dsp:spPr>
        <a:xfrm>
          <a:off x="0" y="1704512"/>
          <a:ext cx="6958027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acl_file /mosquitto/config/acl.conf</a:t>
          </a:r>
          <a:endParaRPr lang="en-US" sz="1000" kern="1200"/>
        </a:p>
      </dsp:txBody>
      <dsp:txXfrm>
        <a:off x="11709" y="1716221"/>
        <a:ext cx="6934609" cy="216432"/>
      </dsp:txXfrm>
    </dsp:sp>
    <dsp:sp modelId="{08C22327-005B-4C3A-AD70-F5CA3491D579}">
      <dsp:nvSpPr>
        <dsp:cNvPr id="0" name=""/>
        <dsp:cNvSpPr/>
      </dsp:nvSpPr>
      <dsp:spPr>
        <a:xfrm>
          <a:off x="0" y="1944362"/>
          <a:ext cx="6958027" cy="31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17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ความหมาย:</a:t>
          </a:r>
          <a:r>
            <a:rPr lang="en-US" sz="800" kern="1200"/>
            <a:t> บอกโปรแกรมให้ไปอ่านกฎการเข้าถึงข้อมูลที่ไฟล์ acl.conf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b="1" kern="1200"/>
            <a:t>ความสำคัญ:</a:t>
          </a:r>
          <a:r>
            <a:rPr lang="en-US" sz="800" kern="1200"/>
            <a:t> ใช้จำกัดสิทธิ์ (Authorization) ว่า User นั้นๆ ทำอะไรได้บ้าง</a:t>
          </a:r>
        </a:p>
      </dsp:txBody>
      <dsp:txXfrm>
        <a:off x="0" y="1944362"/>
        <a:ext cx="6958027" cy="310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7E330-A382-49CA-8484-B6CEECEA0756}">
      <dsp:nvSpPr>
        <dsp:cNvPr id="0" name=""/>
        <dsp:cNvSpPr/>
      </dsp:nvSpPr>
      <dsp:spPr>
        <a:xfrm>
          <a:off x="0" y="35660"/>
          <a:ext cx="832811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user device_001 &amp; topic readwrite devices/device_001/#</a:t>
          </a:r>
          <a:endParaRPr lang="en-US" sz="1600" kern="1200"/>
        </a:p>
      </dsp:txBody>
      <dsp:txXfrm>
        <a:off x="18734" y="54394"/>
        <a:ext cx="8290645" cy="346292"/>
      </dsp:txXfrm>
    </dsp:sp>
    <dsp:sp modelId="{D6F582DC-BA3D-4C18-825B-96C73081107B}">
      <dsp:nvSpPr>
        <dsp:cNvPr id="0" name=""/>
        <dsp:cNvSpPr/>
      </dsp:nvSpPr>
      <dsp:spPr>
        <a:xfrm>
          <a:off x="0" y="419420"/>
          <a:ext cx="8328113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41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1" kern="1200"/>
            <a:t>คำสั่ง readwrite:</a:t>
          </a:r>
          <a:r>
            <a:rPr lang="en-US" sz="1200" kern="1200"/>
            <a:t> อนุญาตให้ทั้งส่งข้อมูล (Pub) และรับข้อมูล (Sub)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1" kern="1200"/>
            <a:t>สัญลักษณ์ # (Wildcard):</a:t>
          </a:r>
          <a:r>
            <a:rPr lang="en-US" sz="1200" kern="1200"/>
            <a:t> หมายถึง ทุกหัวข้อย่อยที่ต่อท้าย เช่น devices/device_001/temp หรือ devices/device_001/status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1" kern="1200"/>
            <a:t>ผลลัพธ์:</a:t>
          </a:r>
          <a:r>
            <a:rPr lang="en-US" sz="1200" kern="1200"/>
            <a:t> device_001 จะเข้าถึงได้เฉพาะพื้นที่ของตัวเองเท่านั้น </a:t>
          </a:r>
          <a:r>
            <a:rPr lang="en-US" sz="1200" b="1" kern="1200"/>
            <a:t>ไม่สามารถ</a:t>
          </a:r>
          <a:r>
            <a:rPr lang="en-US" sz="1200" kern="1200"/>
            <a:t> แอบอ่านหรือส่งข้อมูลไปที่ devices/device_002/# ได้</a:t>
          </a:r>
        </a:p>
      </dsp:txBody>
      <dsp:txXfrm>
        <a:off x="0" y="419420"/>
        <a:ext cx="8328113" cy="712080"/>
      </dsp:txXfrm>
    </dsp:sp>
    <dsp:sp modelId="{728ECC28-F7DD-4E39-82BA-FAFA40C7535A}">
      <dsp:nvSpPr>
        <dsp:cNvPr id="0" name=""/>
        <dsp:cNvSpPr/>
      </dsp:nvSpPr>
      <dsp:spPr>
        <a:xfrm>
          <a:off x="0" y="1131501"/>
          <a:ext cx="832811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user admin_server &amp; topic readwrite devices/#</a:t>
          </a:r>
          <a:endParaRPr lang="en-US" sz="1600" kern="1200"/>
        </a:p>
      </dsp:txBody>
      <dsp:txXfrm>
        <a:off x="18734" y="1150235"/>
        <a:ext cx="8290645" cy="346292"/>
      </dsp:txXfrm>
    </dsp:sp>
    <dsp:sp modelId="{D31F5177-F88E-4D0B-934A-5DDF076113BA}">
      <dsp:nvSpPr>
        <dsp:cNvPr id="0" name=""/>
        <dsp:cNvSpPr/>
      </dsp:nvSpPr>
      <dsp:spPr>
        <a:xfrm>
          <a:off x="0" y="1515261"/>
          <a:ext cx="8328113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41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1" kern="1200"/>
            <a:t>ผลลัพธ์:</a:t>
          </a:r>
          <a:r>
            <a:rPr lang="en-US" sz="1200" kern="1200"/>
            <a:t> มอบสิทธิ์ระดับ </a:t>
          </a:r>
          <a:r>
            <a:rPr lang="en-US" sz="1200" b="1" kern="1200"/>
            <a:t>Admin</a:t>
          </a:r>
          <a:r>
            <a:rPr lang="en-US" sz="1200" kern="1200"/>
            <a:t> ให้กับระบบเซิร์ฟเวอร์หลัก สามารถเข้าถึง และดักฟังข้อมูลของทุก Device (devices/#) เพื่อนำไปบันทึกลง Database ต่อไป</a:t>
          </a:r>
        </a:p>
      </dsp:txBody>
      <dsp:txXfrm>
        <a:off x="0" y="1515261"/>
        <a:ext cx="8328113" cy="2649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2BF54-D20F-4ED2-8DDF-C199199C800D}">
      <dsp:nvSpPr>
        <dsp:cNvPr id="0" name=""/>
        <dsp:cNvSpPr/>
      </dsp:nvSpPr>
      <dsp:spPr>
        <a:xfrm>
          <a:off x="0" y="74711"/>
          <a:ext cx="8569234" cy="2960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eclipse-</a:t>
          </a:r>
          <a:r>
            <a:rPr lang="en-US" sz="1100" b="1" kern="1200" dirty="0" err="1"/>
            <a:t>mosquitto</a:t>
          </a:r>
          <a:r>
            <a:rPr lang="en-US" sz="1100" b="1" kern="1200" dirty="0"/>
            <a:t> (</a:t>
          </a:r>
          <a:r>
            <a:rPr lang="en-US" sz="1100" b="1" kern="1200" dirty="0" err="1"/>
            <a:t>ส่วนติดตั้งหลัก</a:t>
          </a:r>
          <a:r>
            <a:rPr lang="en-US" sz="1100" b="1" kern="1200" dirty="0"/>
            <a:t>):</a:t>
          </a:r>
          <a:endParaRPr lang="en-US" sz="1100" kern="1200" dirty="0"/>
        </a:p>
      </dsp:txBody>
      <dsp:txXfrm>
        <a:off x="14450" y="89161"/>
        <a:ext cx="8540334" cy="267110"/>
      </dsp:txXfrm>
    </dsp:sp>
    <dsp:sp modelId="{077E31C3-BB7B-4372-A94E-7061B2969365}">
      <dsp:nvSpPr>
        <dsp:cNvPr id="0" name=""/>
        <dsp:cNvSpPr/>
      </dsp:nvSpPr>
      <dsp:spPr>
        <a:xfrm>
          <a:off x="0" y="370721"/>
          <a:ext cx="8569234" cy="182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073" tIns="13970" rIns="78232" bIns="1397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เมื่อสั่งคำสั่งนี้ Docker จะวิ่งไปดาวน์โหลดตัวโปรแกรม Mosquitto เวอร์ชันล่าสุดจาก Docker Hub มาติดตั้งลงเครื่องเราทันทีโดยอัตโนมัติ</a:t>
          </a:r>
        </a:p>
      </dsp:txBody>
      <dsp:txXfrm>
        <a:off x="0" y="370721"/>
        <a:ext cx="8569234" cy="182160"/>
      </dsp:txXfrm>
    </dsp:sp>
    <dsp:sp modelId="{3E734163-513B-4D6A-8FFD-D50992CCF85B}">
      <dsp:nvSpPr>
        <dsp:cNvPr id="0" name=""/>
        <dsp:cNvSpPr/>
      </dsp:nvSpPr>
      <dsp:spPr>
        <a:xfrm>
          <a:off x="0" y="552881"/>
          <a:ext cx="8569234" cy="2960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-d (Background Running):</a:t>
          </a:r>
          <a:endParaRPr lang="en-US" sz="1100" kern="1200"/>
        </a:p>
      </dsp:txBody>
      <dsp:txXfrm>
        <a:off x="14450" y="567331"/>
        <a:ext cx="8540334" cy="267110"/>
      </dsp:txXfrm>
    </dsp:sp>
    <dsp:sp modelId="{D73CA8D2-6150-42F9-8665-70200352746C}">
      <dsp:nvSpPr>
        <dsp:cNvPr id="0" name=""/>
        <dsp:cNvSpPr/>
      </dsp:nvSpPr>
      <dsp:spPr>
        <a:xfrm>
          <a:off x="0" y="848891"/>
          <a:ext cx="8569234" cy="182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073" tIns="13970" rIns="78232" bIns="1397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สั่งให้ Mosquitto ทำงานอยู่เบื้องหลัง ทำให้โปรแกรมเปิดตลอดเวลาโดยไม่ต้องค้างหน้าจอคำสั่งไว้</a:t>
          </a:r>
        </a:p>
      </dsp:txBody>
      <dsp:txXfrm>
        <a:off x="0" y="848891"/>
        <a:ext cx="8569234" cy="182160"/>
      </dsp:txXfrm>
    </dsp:sp>
    <dsp:sp modelId="{64408C96-3C80-4247-BCB2-F674C53E5721}">
      <dsp:nvSpPr>
        <dsp:cNvPr id="0" name=""/>
        <dsp:cNvSpPr/>
      </dsp:nvSpPr>
      <dsp:spPr>
        <a:xfrm>
          <a:off x="0" y="1031051"/>
          <a:ext cx="8569234" cy="2960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-p 1883:1883 และ -p 9001:9001 (Port Binding):</a:t>
          </a:r>
          <a:endParaRPr lang="en-US" sz="1100" kern="1200"/>
        </a:p>
      </dsp:txBody>
      <dsp:txXfrm>
        <a:off x="14450" y="1045501"/>
        <a:ext cx="8540334" cy="267110"/>
      </dsp:txXfrm>
    </dsp:sp>
    <dsp:sp modelId="{9ECFFBA9-0296-4756-8181-33EED832024C}">
      <dsp:nvSpPr>
        <dsp:cNvPr id="0" name=""/>
        <dsp:cNvSpPr/>
      </dsp:nvSpPr>
      <dsp:spPr>
        <a:xfrm>
          <a:off x="0" y="1327061"/>
          <a:ext cx="8569234" cy="182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073" tIns="13970" rIns="78232" bIns="1397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 err="1"/>
            <a:t>เปิดช่องทางให้ภายนอกติดต่อเข้ามาได้</a:t>
          </a:r>
          <a:r>
            <a:rPr lang="en-US" sz="900" kern="1200" dirty="0"/>
            <a:t> </a:t>
          </a:r>
          <a:r>
            <a:rPr lang="en-US" sz="900" kern="1200" dirty="0" err="1"/>
            <a:t>โดยพอร์ต</a:t>
          </a:r>
          <a:r>
            <a:rPr lang="en-US" sz="900" kern="1200" dirty="0"/>
            <a:t> 1883 </a:t>
          </a:r>
          <a:r>
            <a:rPr lang="en-US" sz="900" kern="1200" dirty="0" err="1"/>
            <a:t>สำหรับ</a:t>
          </a:r>
          <a:r>
            <a:rPr lang="en-US" sz="900" kern="1200" dirty="0"/>
            <a:t> MQTT </a:t>
          </a:r>
          <a:r>
            <a:rPr lang="en-US" sz="900" kern="1200" dirty="0" err="1"/>
            <a:t>ปกติ</a:t>
          </a:r>
          <a:r>
            <a:rPr lang="en-US" sz="900" kern="1200" dirty="0"/>
            <a:t> </a:t>
          </a:r>
          <a:r>
            <a:rPr lang="en-US" sz="900" kern="1200" dirty="0" err="1"/>
            <a:t>และ</a:t>
          </a:r>
          <a:r>
            <a:rPr lang="en-US" sz="900" kern="1200" dirty="0"/>
            <a:t> 9001 </a:t>
          </a:r>
          <a:r>
            <a:rPr lang="en-US" sz="900" kern="1200" dirty="0" err="1"/>
            <a:t>สำหรับ</a:t>
          </a:r>
          <a:r>
            <a:rPr lang="en-US" sz="900" kern="1200" dirty="0"/>
            <a:t> </a:t>
          </a:r>
          <a:r>
            <a:rPr lang="en-US" sz="900" kern="1200" dirty="0" err="1"/>
            <a:t>WebSockets</a:t>
          </a:r>
          <a:endParaRPr lang="en-US" sz="900" kern="1200" dirty="0"/>
        </a:p>
      </dsp:txBody>
      <dsp:txXfrm>
        <a:off x="0" y="1327061"/>
        <a:ext cx="8569234" cy="182160"/>
      </dsp:txXfrm>
    </dsp:sp>
    <dsp:sp modelId="{DEEDD0B8-6439-4437-A00F-5C779C308A7D}">
      <dsp:nvSpPr>
        <dsp:cNvPr id="0" name=""/>
        <dsp:cNvSpPr/>
      </dsp:nvSpPr>
      <dsp:spPr>
        <a:xfrm>
          <a:off x="0" y="1509221"/>
          <a:ext cx="8569234" cy="2960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-v C:/...:/mosquitto/... (Configuration Linking):</a:t>
          </a:r>
          <a:endParaRPr lang="en-US" sz="1100" kern="1200"/>
        </a:p>
      </dsp:txBody>
      <dsp:txXfrm>
        <a:off x="14450" y="1523671"/>
        <a:ext cx="8540334" cy="267110"/>
      </dsp:txXfrm>
    </dsp:sp>
    <dsp:sp modelId="{9BF671C1-62F0-4FD6-A72F-1B66B3FA4B62}">
      <dsp:nvSpPr>
        <dsp:cNvPr id="0" name=""/>
        <dsp:cNvSpPr/>
      </dsp:nvSpPr>
      <dsp:spPr>
        <a:xfrm>
          <a:off x="0" y="1805231"/>
          <a:ext cx="8569234" cy="182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073" tIns="13970" rIns="78232" bIns="1397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เชื่อมไฟล์คอนฟิกที่เราเขียนเตรียมไว้ในสไลด์ที่ 3 เข้าไปในตัวโปรแกรม Mosquitto</a:t>
          </a:r>
        </a:p>
      </dsp:txBody>
      <dsp:txXfrm>
        <a:off x="0" y="1805231"/>
        <a:ext cx="8569234" cy="1821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94BF5-9A24-4884-83E9-E61F7A876E96}">
      <dsp:nvSpPr>
        <dsp:cNvPr id="0" name=""/>
        <dsp:cNvSpPr/>
      </dsp:nvSpPr>
      <dsp:spPr>
        <a:xfrm>
          <a:off x="0" y="58477"/>
          <a:ext cx="6472646" cy="376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ฝั่ง Admin Server กด Subscribe:</a:t>
          </a:r>
          <a:endParaRPr lang="en-US" sz="1400" kern="1200"/>
        </a:p>
      </dsp:txBody>
      <dsp:txXfrm>
        <a:off x="18391" y="76868"/>
        <a:ext cx="6435864" cy="339958"/>
      </dsp:txXfrm>
    </dsp:sp>
    <dsp:sp modelId="{CB54BA30-52E6-4FFA-8B8F-BE6E2D3DF40B}">
      <dsp:nvSpPr>
        <dsp:cNvPr id="0" name=""/>
        <dsp:cNvSpPr/>
      </dsp:nvSpPr>
      <dsp:spPr>
        <a:xfrm>
          <a:off x="0" y="435217"/>
          <a:ext cx="6472646" cy="231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507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ตั้งค่า Subscribe ไปที่ Topic: </a:t>
          </a:r>
          <a:r>
            <a:rPr lang="en-US" sz="1100" b="1" kern="1200"/>
            <a:t>devices/#</a:t>
          </a:r>
          <a:r>
            <a:rPr lang="en-US" sz="1100" kern="1200"/>
            <a:t> (ใช้ Wildcard # เพื่อรอรับข้อมูลจากทุกอุปกรณ์)</a:t>
          </a:r>
        </a:p>
      </dsp:txBody>
      <dsp:txXfrm>
        <a:off x="0" y="435217"/>
        <a:ext cx="6472646" cy="231840"/>
      </dsp:txXfrm>
    </dsp:sp>
    <dsp:sp modelId="{5EEDED9E-B5F7-488B-8A04-26622383E0CD}">
      <dsp:nvSpPr>
        <dsp:cNvPr id="0" name=""/>
        <dsp:cNvSpPr/>
      </dsp:nvSpPr>
      <dsp:spPr>
        <a:xfrm>
          <a:off x="0" y="667058"/>
          <a:ext cx="6472646" cy="376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ฝั่ง Device 001 กด Publish (ส่งค่าเซนเซอร์):</a:t>
          </a:r>
          <a:endParaRPr lang="en-US" sz="1400" kern="1200"/>
        </a:p>
      </dsp:txBody>
      <dsp:txXfrm>
        <a:off x="18391" y="685449"/>
        <a:ext cx="6435864" cy="339958"/>
      </dsp:txXfrm>
    </dsp:sp>
    <dsp:sp modelId="{0B5A24E6-A91D-408A-AFD0-BA4ACE06F1DC}">
      <dsp:nvSpPr>
        <dsp:cNvPr id="0" name=""/>
        <dsp:cNvSpPr/>
      </dsp:nvSpPr>
      <dsp:spPr>
        <a:xfrm>
          <a:off x="0" y="1043798"/>
          <a:ext cx="6472646" cy="65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507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ตั้งค่า Publish ไปยัง Topic: </a:t>
          </a:r>
          <a:r>
            <a:rPr lang="en-US" sz="1100" b="1" kern="1200"/>
            <a:t>devices/device_001/telemetry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ข้อความ (Payload): {"temperature": 28.5, "humidity": 60}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ผลลัพธ์:</a:t>
          </a:r>
          <a:r>
            <a:rPr lang="en-US" sz="1100" kern="1200"/>
            <a:t> ฝั่ง Admin Server จะได้รับข้อความขึ้นบนหน้าจอทันที 🟢</a:t>
          </a:r>
        </a:p>
      </dsp:txBody>
      <dsp:txXfrm>
        <a:off x="0" y="1043798"/>
        <a:ext cx="6472646" cy="6520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AD49C-1ED4-4E18-A41F-89BB21CD6931}">
      <dsp:nvSpPr>
        <dsp:cNvPr id="0" name=""/>
        <dsp:cNvSpPr/>
      </dsp:nvSpPr>
      <dsp:spPr>
        <a:xfrm>
          <a:off x="0" y="647"/>
          <a:ext cx="7550150" cy="3279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504455-1C3C-45D3-848A-1CD134584D9A}">
      <dsp:nvSpPr>
        <dsp:cNvPr id="0" name=""/>
        <dsp:cNvSpPr/>
      </dsp:nvSpPr>
      <dsp:spPr>
        <a:xfrm>
          <a:off x="99198" y="74430"/>
          <a:ext cx="180360" cy="180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2BF5C-8CA7-44EA-B0E6-A4407EE1B90B}">
      <dsp:nvSpPr>
        <dsp:cNvPr id="0" name=""/>
        <dsp:cNvSpPr/>
      </dsp:nvSpPr>
      <dsp:spPr>
        <a:xfrm>
          <a:off x="362908" y="1"/>
          <a:ext cx="7171392" cy="32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06" tIns="34706" rIns="34706" bIns="347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ngsana New" panose="02020603050405020304" pitchFamily="18" charset="-34"/>
              <a:cs typeface="Angsana New" panose="02020603050405020304" pitchFamily="18" charset="-34"/>
            </a:rPr>
            <a:t>Network Layer: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ใช้ไลบรารี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WiFi.h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ในการเชื่อมต่อเครือข่าย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Wi-Fi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วงเดียวกับ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Broker</a:t>
          </a:r>
        </a:p>
      </dsp:txBody>
      <dsp:txXfrm>
        <a:off x="362908" y="1"/>
        <a:ext cx="7171392" cy="327928"/>
      </dsp:txXfrm>
    </dsp:sp>
    <dsp:sp modelId="{96BAD865-22D2-417B-B695-64270F136C94}">
      <dsp:nvSpPr>
        <dsp:cNvPr id="0" name=""/>
        <dsp:cNvSpPr/>
      </dsp:nvSpPr>
      <dsp:spPr>
        <a:xfrm>
          <a:off x="0" y="410557"/>
          <a:ext cx="7550150" cy="3279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E122E6-9E7B-408E-B3A7-7A83901E99DC}">
      <dsp:nvSpPr>
        <dsp:cNvPr id="0" name=""/>
        <dsp:cNvSpPr/>
      </dsp:nvSpPr>
      <dsp:spPr>
        <a:xfrm>
          <a:off x="99198" y="484341"/>
          <a:ext cx="180360" cy="180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85D36-7944-4ACF-9B03-D7CC04920F4A}">
      <dsp:nvSpPr>
        <dsp:cNvPr id="0" name=""/>
        <dsp:cNvSpPr/>
      </dsp:nvSpPr>
      <dsp:spPr>
        <a:xfrm>
          <a:off x="362908" y="409911"/>
          <a:ext cx="7171392" cy="32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06" tIns="34706" rIns="34706" bIns="347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ngsana New" panose="02020603050405020304" pitchFamily="18" charset="-34"/>
              <a:cs typeface="Angsana New" panose="02020603050405020304" pitchFamily="18" charset="-34"/>
            </a:rPr>
            <a:t>Messaging Layer: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ใช้ไลบรารี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PubSubClient.h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จัดการโปรโตคอล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MQTT</a:t>
          </a:r>
        </a:p>
      </dsp:txBody>
      <dsp:txXfrm>
        <a:off x="362908" y="409911"/>
        <a:ext cx="7171392" cy="327928"/>
      </dsp:txXfrm>
    </dsp:sp>
    <dsp:sp modelId="{64BDB00B-3F88-4CEE-BFF8-6497F03EE21B}">
      <dsp:nvSpPr>
        <dsp:cNvPr id="0" name=""/>
        <dsp:cNvSpPr/>
      </dsp:nvSpPr>
      <dsp:spPr>
        <a:xfrm>
          <a:off x="0" y="819822"/>
          <a:ext cx="7550150" cy="3279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642E3-0324-4196-8EFE-F591D1F0AACB}">
      <dsp:nvSpPr>
        <dsp:cNvPr id="0" name=""/>
        <dsp:cNvSpPr/>
      </dsp:nvSpPr>
      <dsp:spPr>
        <a:xfrm>
          <a:off x="99198" y="894252"/>
          <a:ext cx="180360" cy="180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66F68-381C-4DF9-9E74-98E873A6F3A5}">
      <dsp:nvSpPr>
        <dsp:cNvPr id="0" name=""/>
        <dsp:cNvSpPr/>
      </dsp:nvSpPr>
      <dsp:spPr>
        <a:xfrm>
          <a:off x="378757" y="820468"/>
          <a:ext cx="7171392" cy="32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06" tIns="34706" rIns="34706" bIns="347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ngsana New" panose="02020603050405020304" pitchFamily="18" charset="-34"/>
              <a:cs typeface="Angsana New" panose="02020603050405020304" pitchFamily="18" charset="-34"/>
            </a:rPr>
            <a:t>Authentication Boundary: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ระบุ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Username (device_001)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และ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Password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เพื่อผ่านการตรวจสอบสิทธิ์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Security Layer</a:t>
          </a:r>
        </a:p>
      </dsp:txBody>
      <dsp:txXfrm>
        <a:off x="378757" y="820468"/>
        <a:ext cx="7171392" cy="327928"/>
      </dsp:txXfrm>
    </dsp:sp>
    <dsp:sp modelId="{8CB442C9-C5CF-493D-BF15-57E6B58C0F69}">
      <dsp:nvSpPr>
        <dsp:cNvPr id="0" name=""/>
        <dsp:cNvSpPr/>
      </dsp:nvSpPr>
      <dsp:spPr>
        <a:xfrm>
          <a:off x="0" y="1230379"/>
          <a:ext cx="7550150" cy="3279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AE76F-2513-45CB-B1E0-2D76FB4959F4}">
      <dsp:nvSpPr>
        <dsp:cNvPr id="0" name=""/>
        <dsp:cNvSpPr/>
      </dsp:nvSpPr>
      <dsp:spPr>
        <a:xfrm>
          <a:off x="99198" y="1304163"/>
          <a:ext cx="180360" cy="180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BE110-4D41-49E6-83A7-36727FF87F01}">
      <dsp:nvSpPr>
        <dsp:cNvPr id="0" name=""/>
        <dsp:cNvSpPr/>
      </dsp:nvSpPr>
      <dsp:spPr>
        <a:xfrm>
          <a:off x="362908" y="1229733"/>
          <a:ext cx="7171392" cy="32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06" tIns="34706" rIns="34706" bIns="347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ngsana New" panose="02020603050405020304" pitchFamily="18" charset="-34"/>
              <a:cs typeface="Angsana New" panose="02020603050405020304" pitchFamily="18" charset="-34"/>
            </a:rPr>
            <a:t>Payload Structure: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แปลงข้อมูลเซนเซอร์ให้อยู่ในรูปแบบ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b="1" kern="1200" dirty="0">
              <a:latin typeface="Angsana New" panose="02020603050405020304" pitchFamily="18" charset="-34"/>
              <a:cs typeface="Angsana New" panose="02020603050405020304" pitchFamily="18" charset="-34"/>
            </a:rPr>
            <a:t>JSON Format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</a:t>
          </a:r>
          <a:r>
            <a:rPr lang="en-US" sz="140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เพื่อมาตรฐานการส่งข้อมูลแบบ</a:t>
          </a:r>
          <a:r>
            <a:rPr lang="en-US" sz="14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Industrial IoT</a:t>
          </a:r>
        </a:p>
      </dsp:txBody>
      <dsp:txXfrm>
        <a:off x="362908" y="1229733"/>
        <a:ext cx="7171392" cy="327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44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3F304-B26C-779C-74AA-37BEB4B9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8AE72-3FED-C0FE-10C8-9F2AB6356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A0594-0D00-8010-3B4B-AFB6B952D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0D2CE-BE47-A040-4293-1C32E3273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03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8.pn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ngsana New" panose="02020603050405020304" pitchFamily="18" charset="-34"/>
                <a:ea typeface="Arial" pitchFamily="34" charset="-122"/>
                <a:cs typeface="Angsana New" panose="02020603050405020304" pitchFamily="18" charset="-34"/>
              </a:rPr>
              <a:t>Mosquitto MQTT Broker บน Docker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E0E0"/>
                </a:solidFill>
                <a:latin typeface="Angsana New" panose="02020603050405020304" pitchFamily="18" charset="-34"/>
                <a:ea typeface="Arial" pitchFamily="34" charset="-122"/>
                <a:cs typeface="Angsana New" panose="02020603050405020304" pitchFamily="18" charset="-34"/>
              </a:rPr>
              <a:t>คู่มือการตั้งค่าระบบ IoT Broker อย่างปลอดภัย</a:t>
            </a:r>
            <a:endParaRPr lang="en-US" sz="2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0B0"/>
                </a:solidFill>
                <a:latin typeface="Angsana New" panose="02020603050405020304" pitchFamily="18" charset="-34"/>
                <a:ea typeface="Arial" pitchFamily="34" charset="-122"/>
                <a:cs typeface="Angsana New" panose="02020603050405020304" pitchFamily="18" charset="-34"/>
              </a:rPr>
              <a:t>(Secure MQTT Implementation)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39D628-C8FC-172D-672A-9BC584DEB753}"/>
              </a:ext>
            </a:extLst>
          </p:cNvPr>
          <p:cNvSpPr txBox="1"/>
          <p:nvPr/>
        </p:nvSpPr>
        <p:spPr>
          <a:xfrm>
            <a:off x="398417" y="31431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โครงสร้างโฟลเดอร์ที่จะได้เตรียมไว้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(Folder Hierarchy):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A5130-4E24-765D-EE7A-5A58D928F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17" y="3512504"/>
            <a:ext cx="4944165" cy="1467055"/>
          </a:xfrm>
          <a:prstGeom prst="rect">
            <a:avLst/>
          </a:prstGeom>
        </p:spPr>
      </p:pic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09727031-CCAA-5699-7D26-DABE2B746140}"/>
              </a:ext>
            </a:extLst>
          </p:cNvPr>
          <p:cNvGraphicFramePr/>
          <p:nvPr/>
        </p:nvGraphicFramePr>
        <p:xfrm>
          <a:off x="346165" y="280850"/>
          <a:ext cx="8621485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860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9D458C-0ADD-D88D-E0A2-2DFD1CF3345E}"/>
              </a:ext>
            </a:extLst>
          </p:cNvPr>
          <p:cNvSpPr txBox="1"/>
          <p:nvPr/>
        </p:nvSpPr>
        <p:spPr>
          <a:xfrm>
            <a:off x="587828" y="16803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การสร้างไฟล์กำหนดค่าความปลอดภัย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35F5D-6B00-394A-D52D-D8B811237867}"/>
              </a:ext>
            </a:extLst>
          </p:cNvPr>
          <p:cNvSpPr txBox="1"/>
          <p:nvPr/>
        </p:nvSpPr>
        <p:spPr>
          <a:xfrm>
            <a:off x="672737" y="646611"/>
            <a:ext cx="79683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ไฟล์ที่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1: 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mosquitto.conf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(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ไฟล์ตั้งค่าหลักของ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Broker)</a:t>
            </a:r>
          </a:p>
          <a:p>
            <a:pPr>
              <a:buNone/>
            </a:pP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ไฟล์นี้ทำหน้าที่เป็น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"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สมองกลาง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"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คอยบอก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MQTT Broker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ว่าให้เปิดรับการเชื่อมต่อแบบไหน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และต้องใช้ระบบความปลอดภัยใดบ้าง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buNone/>
            </a:pP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การสร้างไฟล์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: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ใช้โปรแกรม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Notepad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หรือ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Text Editor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สร้างไฟล์ชื่อ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mosquitto.conf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ไว้ในโฟลเดอร์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C:\mosquitto (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หรือ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~/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mosquitto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บน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Mac)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B4FC21-180C-D674-5C04-2F3574757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22" y="1477608"/>
            <a:ext cx="4105848" cy="1152686"/>
          </a:xfrm>
          <a:prstGeom prst="rect">
            <a:avLst/>
          </a:prstGeom>
        </p:spPr>
      </p:pic>
      <p:graphicFrame>
        <p:nvGraphicFramePr>
          <p:cNvPr id="15" name="TextBox 10">
            <a:extLst>
              <a:ext uri="{FF2B5EF4-FFF2-40B4-BE49-F238E27FC236}">
                <a16:creationId xmlns:a16="http://schemas.microsoft.com/office/drawing/2014/main" id="{60FF4555-EA99-6739-B018-411C1E4BA85B}"/>
              </a:ext>
            </a:extLst>
          </p:cNvPr>
          <p:cNvGraphicFramePr/>
          <p:nvPr/>
        </p:nvGraphicFramePr>
        <p:xfrm>
          <a:off x="762122" y="2678336"/>
          <a:ext cx="6958027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7BF7DCD-0D05-3A2E-CA68-06DE95AFF0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9634" y="1586856"/>
            <a:ext cx="3076715" cy="19626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4066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E3407-A2B6-7D54-153C-BFDF3AF1A666}"/>
              </a:ext>
            </a:extLst>
          </p:cNvPr>
          <p:cNvSpPr txBox="1"/>
          <p:nvPr/>
        </p:nvSpPr>
        <p:spPr>
          <a:xfrm>
            <a:off x="607423" y="483325"/>
            <a:ext cx="85365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ไฟล์ที่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2: 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acl.conf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(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ไฟล์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Access Control List)</a:t>
            </a:r>
          </a:p>
          <a:p>
            <a:pPr>
              <a:buNone/>
            </a:pP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ไฟล์นี้คือ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"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สมุดคุมสิทธิ์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"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ทำหน้าที่ระบุชัดเจนว่า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Device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แต่ละตัว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มีสิทธิ์ส่ง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(Publish)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หรืออ่าน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(Subscribe)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ข้อมูลในหัวข้อ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(Topic)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ไหนได้บ้าง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buNone/>
            </a:pP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การสร้างไฟล์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: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ใช้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Notepad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สร้างไฟล์ชื่อ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acl.conf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ไว้ในโฟลเดอร์เดียวกัน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FD535-26BC-BD54-E842-3E118AA81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8" y="1345099"/>
            <a:ext cx="2629018" cy="141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E9EF5-1E2B-39CB-22AF-805FFDFFD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628" y="1142739"/>
            <a:ext cx="2936057" cy="18158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FAC558-B3DC-41C0-7061-331558D9BD2A}"/>
              </a:ext>
            </a:extLst>
          </p:cNvPr>
          <p:cNvSpPr txBox="1"/>
          <p:nvPr/>
        </p:nvSpPr>
        <p:spPr>
          <a:xfrm>
            <a:off x="587828" y="16803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การสร้างไฟล์กำหนดค่าความปลอดภัย</a:t>
            </a:r>
            <a:r>
              <a:rPr lang="en-US" dirty="0"/>
              <a:t> </a:t>
            </a:r>
          </a:p>
        </p:txBody>
      </p:sp>
      <p:graphicFrame>
        <p:nvGraphicFramePr>
          <p:cNvPr id="13" name="TextBox 6">
            <a:extLst>
              <a:ext uri="{FF2B5EF4-FFF2-40B4-BE49-F238E27FC236}">
                <a16:creationId xmlns:a16="http://schemas.microsoft.com/office/drawing/2014/main" id="{C4B92C1F-7B3C-9086-2ACD-D07121903D45}"/>
              </a:ext>
            </a:extLst>
          </p:cNvPr>
          <p:cNvGraphicFramePr/>
          <p:nvPr/>
        </p:nvGraphicFramePr>
        <p:xfrm>
          <a:off x="607423" y="2844293"/>
          <a:ext cx="8328113" cy="181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0724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BD63DA-B8D2-1806-6BC0-6BC6003EF52C}"/>
              </a:ext>
            </a:extLst>
          </p:cNvPr>
          <p:cNvSpPr txBox="1"/>
          <p:nvPr/>
        </p:nvSpPr>
        <p:spPr>
          <a:xfrm>
            <a:off x="489857" y="303852"/>
            <a:ext cx="699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การดึงตัวโปรแกรม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(Pull Image) </a:t>
            </a:r>
            <a:r>
              <a:rPr lang="en-US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และการสร้างระบบ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MQTT Broker </a:t>
            </a:r>
            <a:r>
              <a:rPr lang="en-US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ด้วยคำสั่ง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Docker Run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A1F8B-17AB-5214-8DD5-093C02A4DD7F}"/>
              </a:ext>
            </a:extLst>
          </p:cNvPr>
          <p:cNvSpPr txBox="1"/>
          <p:nvPr/>
        </p:nvSpPr>
        <p:spPr>
          <a:xfrm>
            <a:off x="770708" y="904744"/>
            <a:ext cx="745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เปิด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PowerShell (Windows)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หรือ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Terminal (Mac)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แล้วสั่งรันคำสั่งติดตั้งเพียงคำสั่งเดียว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3D300D-FFAA-8C6F-D6C1-D13EC399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86" y="1449964"/>
            <a:ext cx="2546397" cy="10064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19DD3D-64EA-A50D-172A-4532D6746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338" y="1313812"/>
            <a:ext cx="2357846" cy="134470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CF01A07-A20E-3FCD-DA64-D8FB4C2F4C7D}"/>
              </a:ext>
            </a:extLst>
          </p:cNvPr>
          <p:cNvSpPr/>
          <p:nvPr/>
        </p:nvSpPr>
        <p:spPr>
          <a:xfrm>
            <a:off x="7171509" y="1953164"/>
            <a:ext cx="1750422" cy="104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F29F3C-A674-3008-6120-8B60F3738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8" y="1449964"/>
            <a:ext cx="3245053" cy="1038216"/>
          </a:xfrm>
          <a:prstGeom prst="rect">
            <a:avLst/>
          </a:prstGeom>
        </p:spPr>
      </p:pic>
      <p:graphicFrame>
        <p:nvGraphicFramePr>
          <p:cNvPr id="18" name="TextBox 8">
            <a:extLst>
              <a:ext uri="{FF2B5EF4-FFF2-40B4-BE49-F238E27FC236}">
                <a16:creationId xmlns:a16="http://schemas.microsoft.com/office/drawing/2014/main" id="{DCC903E7-591D-4416-8465-EA8C790A461C}"/>
              </a:ext>
            </a:extLst>
          </p:cNvPr>
          <p:cNvGraphicFramePr/>
          <p:nvPr/>
        </p:nvGraphicFramePr>
        <p:xfrm>
          <a:off x="770708" y="2908668"/>
          <a:ext cx="8569234" cy="206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3654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9C63A9-8A87-3C30-85D9-F5A23212930C}"/>
              </a:ext>
            </a:extLst>
          </p:cNvPr>
          <p:cNvSpPr txBox="1"/>
          <p:nvPr/>
        </p:nvSpPr>
        <p:spPr>
          <a:xfrm>
            <a:off x="515983" y="24640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การสร้างไฟล์รหัสผ่าน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(User Authentication Setup)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E9D90-D74E-AF4D-6DF8-6B77C1CE8B52}"/>
              </a:ext>
            </a:extLst>
          </p:cNvPr>
          <p:cNvSpPr txBox="1"/>
          <p:nvPr/>
        </p:nvSpPr>
        <p:spPr>
          <a:xfrm>
            <a:off x="927464" y="650438"/>
            <a:ext cx="7654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เมื่อติดตั้งตัว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Broker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เราจะสั่งให้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Mosquitto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สร้างไฟล์รหัสผ่านภายใน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Container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ผ่านคำสั่ง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CEE2C3-1A1B-3138-2BE3-0E91D3E4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0" y="1020907"/>
            <a:ext cx="1247503" cy="11311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D73AFE-E393-E474-BF6C-3FC646D7A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658" y="1084738"/>
            <a:ext cx="4094799" cy="10035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E79322-09A5-3BC4-76AE-076BBF74F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978" y="1020907"/>
            <a:ext cx="3572582" cy="13133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A83537-73DC-B21B-F9BF-358873156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464" y="2881355"/>
            <a:ext cx="2762636" cy="61921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6D6AC59-1DDB-F9D5-8C08-1FE3060FBEE5}"/>
              </a:ext>
            </a:extLst>
          </p:cNvPr>
          <p:cNvSpPr txBox="1"/>
          <p:nvPr/>
        </p:nvSpPr>
        <p:spPr>
          <a:xfrm>
            <a:off x="864327" y="359709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ผลลัพธ์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: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ตัวโปรแกรม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Mosquitto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จะรีสตาร์ทตัวเอง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รอบ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เพื่อดึงรหัสผ่านและสิทธิ์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ACL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ทั้งหมดไปใช้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เป็นอันเสร็จสิ้นขั้นตอนการติดตั้งพร้อมใช้งาน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!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756938-3A84-551E-0AB7-F7EAE6D4DD8E}"/>
              </a:ext>
            </a:extLst>
          </p:cNvPr>
          <p:cNvSpPr/>
          <p:nvPr/>
        </p:nvSpPr>
        <p:spPr>
          <a:xfrm>
            <a:off x="927464" y="2410253"/>
            <a:ext cx="7717971" cy="374571"/>
          </a:xfrm>
          <a:prstGeom prst="round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</a:t>
            </a:r>
            <a:r>
              <a:rPr lang="th-TH" sz="16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สร้าง </a:t>
            </a:r>
            <a:r>
              <a:rPr lang="en-US" sz="16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User </a:t>
            </a:r>
            <a:r>
              <a:rPr lang="th-TH" sz="16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เสร็จแล้วสั้งรันคำสั่ง</a:t>
            </a:r>
            <a:endParaRPr lang="en-US" sz="16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970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A0039-3069-CE28-79CF-7E645BE51B72}"/>
              </a:ext>
            </a:extLst>
          </p:cNvPr>
          <p:cNvSpPr txBox="1"/>
          <p:nvPr/>
        </p:nvSpPr>
        <p:spPr>
          <a:xfrm>
            <a:off x="476794" y="261539"/>
            <a:ext cx="663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การทดสอบระบบ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MQTT Broker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และตรวจสอบระบบความปลอดภัยด้วยโปรแกรม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MQTTX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67D54-886A-2A20-B209-285F6E88B90D}"/>
              </a:ext>
            </a:extLst>
          </p:cNvPr>
          <p:cNvSpPr txBox="1"/>
          <p:nvPr/>
        </p:nvSpPr>
        <p:spPr>
          <a:xfrm>
            <a:off x="901337" y="633996"/>
            <a:ext cx="7903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ทดสอบสร้างการเชื่อมต่อ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2 Clients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ผ่านโปรแกรม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MQTTX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เพื่อจำลองเป็น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อุปกรณ์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(Device)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และ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ระบบเซิร์ฟเวอร์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(Admin)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77A77738-7172-6DF5-DC46-8BD1D1BAFD84}"/>
              </a:ext>
            </a:extLst>
          </p:cNvPr>
          <p:cNvSpPr txBox="1"/>
          <p:nvPr/>
        </p:nvSpPr>
        <p:spPr>
          <a:xfrm>
            <a:off x="582684" y="3372276"/>
            <a:ext cx="8540334" cy="26711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1910" tIns="41910" rIns="41910" bIns="41910" numCol="1" spcCol="1270" anchor="ctr" anchorCtr="0">
            <a:noAutofit/>
          </a:bodyPr>
          <a:lstStyle/>
          <a:p>
            <a:pPr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พารามิเตอร์การเชื่อมต่อหลัก</a:t>
            </a:r>
            <a:r>
              <a:rPr lang="en-US" sz="11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:</a:t>
            </a:r>
            <a:endParaRPr lang="en-US" sz="11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100" kern="1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118A84-3CBA-525D-428E-6250E91AC852}"/>
              </a:ext>
            </a:extLst>
          </p:cNvPr>
          <p:cNvSpPr/>
          <p:nvPr/>
        </p:nvSpPr>
        <p:spPr>
          <a:xfrm>
            <a:off x="1016233" y="2200983"/>
            <a:ext cx="7717971" cy="374571"/>
          </a:xfrm>
          <a:prstGeom prst="round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lvl="0"/>
            <a:r>
              <a:rPr lang="en-US" sz="1600" b="1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การระบุตัวตน</a:t>
            </a:r>
            <a:r>
              <a:rPr lang="en-US" sz="16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(Authentication Settings):</a:t>
            </a:r>
            <a:endParaRPr lang="en-US" sz="16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D9DC01-1F3E-6239-30B5-022AC8F8A47C}"/>
              </a:ext>
            </a:extLst>
          </p:cNvPr>
          <p:cNvSpPr/>
          <p:nvPr/>
        </p:nvSpPr>
        <p:spPr>
          <a:xfrm>
            <a:off x="1016234" y="1129544"/>
            <a:ext cx="7717971" cy="374571"/>
          </a:xfrm>
          <a:prstGeom prst="round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lvl="0"/>
            <a:r>
              <a:rPr lang="en-US" sz="1600" b="1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พารามิเตอร์การเชื่อมต่อหลัก</a:t>
            </a:r>
            <a:r>
              <a:rPr lang="en-US" sz="16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:</a:t>
            </a:r>
            <a:endParaRPr lang="en-US" sz="16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4132B7-B7A5-CBD5-924B-04D13722A5AA}"/>
              </a:ext>
            </a:extLst>
          </p:cNvPr>
          <p:cNvSpPr txBox="1"/>
          <p:nvPr/>
        </p:nvSpPr>
        <p:spPr>
          <a:xfrm>
            <a:off x="757646" y="151502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Host: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localhost (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หรือ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127.0.0.1)</a:t>
            </a:r>
          </a:p>
          <a:p>
            <a:pPr lvl="1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Port: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1883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B5E837-3706-FCF9-7C4D-538472CDA8DC}"/>
              </a:ext>
            </a:extLst>
          </p:cNvPr>
          <p:cNvSpPr txBox="1"/>
          <p:nvPr/>
        </p:nvSpPr>
        <p:spPr>
          <a:xfrm>
            <a:off x="705396" y="2578932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Client 1 (Device 001):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Username = device_001 | Password = [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รหัสผ่านที่ตั้งไว้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]</a:t>
            </a:r>
          </a:p>
          <a:p>
            <a:pPr lvl="1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Client 2 (Admin Server):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Username = 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admin_server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| Password = [</a:t>
            </a:r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รหัสผ่านที่ตั้งไว้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6261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96114-F265-1D9D-3D1F-B02466CA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72" y="910627"/>
            <a:ext cx="5579290" cy="16611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E3F1C5-3AF0-118E-D92B-B4C11BF9375A}"/>
              </a:ext>
            </a:extLst>
          </p:cNvPr>
          <p:cNvSpPr txBox="1"/>
          <p:nvPr/>
        </p:nvSpPr>
        <p:spPr>
          <a:xfrm>
            <a:off x="1031966" y="3360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ขั้นตอนการทดสอบรับและส่งข้อมูล</a:t>
            </a:r>
            <a:r>
              <a:rPr lang="en-US" dirty="0"/>
              <a:t> (Pub/Sub Flow)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683B1BF1-E7E2-6225-44C2-73D697965E61}"/>
              </a:ext>
            </a:extLst>
          </p:cNvPr>
          <p:cNvGraphicFramePr/>
          <p:nvPr/>
        </p:nvGraphicFramePr>
        <p:xfrm>
          <a:off x="1176382" y="2756519"/>
          <a:ext cx="6472646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751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9198E-6028-6C6C-BFE7-128A1C33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9BB0E0-30D0-03AF-F178-AEC1E4B33B4E}"/>
              </a:ext>
            </a:extLst>
          </p:cNvPr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การเขียนโปรแกรมบนบอร์ด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ESP32 </a:t>
            </a:r>
            <a:r>
              <a:rPr lang="en-US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เพื่อเชื่อมต่อ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Wi-Fi </a:t>
            </a:r>
            <a:r>
              <a:rPr lang="en-US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และ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Publish </a:t>
            </a:r>
            <a:r>
              <a:rPr lang="en-US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ข้อมูลเซนเซอร์ไปยัง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Mosquitto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Broker </a:t>
            </a:r>
            <a:r>
              <a:rPr lang="en-US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แบบปลอดภัย</a:t>
            </a:r>
            <a:endParaRPr lang="en-US" sz="54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C7C4E9-2FF0-DEE0-ED61-778FF9C98F4C}"/>
              </a:ext>
            </a:extLst>
          </p:cNvPr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0B0"/>
                </a:solidFill>
                <a:latin typeface="Angsana New" panose="02020603050405020304" pitchFamily="18" charset="-34"/>
                <a:ea typeface="Arial" pitchFamily="34" charset="-122"/>
                <a:cs typeface="Angsana New" panose="02020603050405020304" pitchFamily="18" charset="-34"/>
              </a:rPr>
              <a:t>(Secure MQTT Implementation)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11070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843B18C-3262-DD01-A942-AAB4D25AE896}"/>
              </a:ext>
            </a:extLst>
          </p:cNvPr>
          <p:cNvSpPr txBox="1"/>
          <p:nvPr/>
        </p:nvSpPr>
        <p:spPr>
          <a:xfrm>
            <a:off x="576612" y="2842339"/>
            <a:ext cx="3610284" cy="30777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B7DBD-D2D5-4346-D0B2-608BCF14BCF5}"/>
              </a:ext>
            </a:extLst>
          </p:cNvPr>
          <p:cNvSpPr txBox="1"/>
          <p:nvPr/>
        </p:nvSpPr>
        <p:spPr>
          <a:xfrm>
            <a:off x="5097813" y="2817684"/>
            <a:ext cx="3469573" cy="30777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A5655E-13FD-7538-146D-04BCBCB66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13" y="585307"/>
            <a:ext cx="3610285" cy="20917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15564-C1FD-1D5A-7DF6-D5FB05232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814" y="366733"/>
            <a:ext cx="3486644" cy="2310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574D73-045A-AFFC-9717-FA2482AE866A}"/>
              </a:ext>
            </a:extLst>
          </p:cNvPr>
          <p:cNvSpPr txBox="1"/>
          <p:nvPr/>
        </p:nvSpPr>
        <p:spPr>
          <a:xfrm>
            <a:off x="576613" y="2817684"/>
            <a:ext cx="3610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cs typeface="+mj-cs"/>
              </a:rPr>
              <a:t>User Device001 Public </a:t>
            </a:r>
            <a:r>
              <a:rPr lang="th-TH" sz="1600" dirty="0">
                <a:solidFill>
                  <a:schemeClr val="bg1"/>
                </a:solidFill>
                <a:cs typeface="+mj-cs"/>
              </a:rPr>
              <a:t>ข้อมูลไป ด้วย </a:t>
            </a:r>
            <a:r>
              <a:rPr lang="en-US" sz="1600" dirty="0">
                <a:solidFill>
                  <a:schemeClr val="bg1"/>
                </a:solidFill>
                <a:cs typeface="+mj-cs"/>
              </a:rPr>
              <a:t>ESP32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4E1D6-B481-C470-C44A-B64697A7C3EB}"/>
              </a:ext>
            </a:extLst>
          </p:cNvPr>
          <p:cNvSpPr txBox="1"/>
          <p:nvPr/>
        </p:nvSpPr>
        <p:spPr>
          <a:xfrm>
            <a:off x="5097815" y="2799090"/>
            <a:ext cx="346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Admin Subscription </a:t>
            </a:r>
            <a:r>
              <a:rPr lang="th-TH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เห็น</a:t>
            </a:r>
            <a:r>
              <a:rPr lang="en-US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ผลลัพธ์</a:t>
            </a:r>
            <a:r>
              <a:rPr lang="th-TH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ดังนี้</a:t>
            </a:r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62944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5EDF68-94CC-F653-0CF1-9B38702ADE04}"/>
              </a:ext>
            </a:extLst>
          </p:cNvPr>
          <p:cNvSpPr/>
          <p:nvPr/>
        </p:nvSpPr>
        <p:spPr>
          <a:xfrm>
            <a:off x="1009650" y="2914829"/>
            <a:ext cx="7251700" cy="18653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81F8B-257C-F5E2-6E4B-A35522B007F4}"/>
              </a:ext>
            </a:extLst>
          </p:cNvPr>
          <p:cNvSpPr txBox="1"/>
          <p:nvPr/>
        </p:nvSpPr>
        <p:spPr>
          <a:xfrm>
            <a:off x="812800" y="381799"/>
            <a:ext cx="3492500" cy="30777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5A7011-86A9-B7C6-55EA-B1029049AB96}"/>
              </a:ext>
            </a:extLst>
          </p:cNvPr>
          <p:cNvSpPr/>
          <p:nvPr/>
        </p:nvSpPr>
        <p:spPr>
          <a:xfrm>
            <a:off x="812800" y="2535420"/>
            <a:ext cx="2724150" cy="327928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3128C-EBD3-11FA-25A4-207E0570A30C}"/>
              </a:ext>
            </a:extLst>
          </p:cNvPr>
          <p:cNvSpPr txBox="1"/>
          <p:nvPr/>
        </p:nvSpPr>
        <p:spPr>
          <a:xfrm>
            <a:off x="812800" y="3633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โครงสร้างการทำงานของ</a:t>
            </a:r>
            <a:r>
              <a:rPr lang="en-US" sz="16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Firmware (Firmware Architecture)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7A115-3098-9B21-701A-0A88D8917B53}"/>
              </a:ext>
            </a:extLst>
          </p:cNvPr>
          <p:cNvSpPr txBox="1"/>
          <p:nvPr/>
        </p:nvSpPr>
        <p:spPr>
          <a:xfrm>
            <a:off x="812800" y="2520482"/>
            <a:ext cx="2724150" cy="30777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การทำงานของโค้ดส่วนสำคัญ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(Key Code Segments)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79087-0224-E064-D7C8-05862B309FEF}"/>
              </a:ext>
            </a:extLst>
          </p:cNvPr>
          <p:cNvSpPr txBox="1"/>
          <p:nvPr/>
        </p:nvSpPr>
        <p:spPr>
          <a:xfrm>
            <a:off x="1130300" y="291482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การตั้งค่า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Broker &amp; Target Topic: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5474E9-4530-3B75-1FB1-D5FCF0F02223}"/>
              </a:ext>
            </a:extLst>
          </p:cNvPr>
          <p:cNvSpPr txBox="1"/>
          <p:nvPr/>
        </p:nvSpPr>
        <p:spPr>
          <a:xfrm>
            <a:off x="1441450" y="3198008"/>
            <a:ext cx="701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const char* </a:t>
            </a:r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mqtt_server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"172.20.10.6"; // IP </a:t>
            </a:r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ของ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Docker Host </a:t>
            </a:r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บนวง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LAN const char* </a:t>
            </a:r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mqtt_topic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"devices/device_001/telemetry";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70B5D1-28F0-99E8-383F-3D4742A35EF7}"/>
              </a:ext>
            </a:extLst>
          </p:cNvPr>
          <p:cNvSpPr txBox="1"/>
          <p:nvPr/>
        </p:nvSpPr>
        <p:spPr>
          <a:xfrm>
            <a:off x="1130300" y="35057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การยืนยันตัวตนขณะเชื่อมต่อ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(Secure Connect):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932AE0-DB3F-D2D3-4E54-8EEE681B1B49}"/>
              </a:ext>
            </a:extLst>
          </p:cNvPr>
          <p:cNvSpPr txBox="1"/>
          <p:nvPr/>
        </p:nvSpPr>
        <p:spPr>
          <a:xfrm>
            <a:off x="1441450" y="3777306"/>
            <a:ext cx="7251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client.connect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("ESP32_Device_001", "device_001", "รหัสผ่าน_device_001");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22A35-34E1-3106-0C2E-4D14B5DD9408}"/>
              </a:ext>
            </a:extLst>
          </p:cNvPr>
          <p:cNvSpPr txBox="1"/>
          <p:nvPr/>
        </p:nvSpPr>
        <p:spPr>
          <a:xfrm>
            <a:off x="1130300" y="408080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การประกอบและส่ง</a:t>
            </a:r>
            <a:r>
              <a:rPr lang="en-US" sz="1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Payload (Publishing Loop):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A1A043-A44E-AEF6-291A-C05F92B6EF3A}"/>
              </a:ext>
            </a:extLst>
          </p:cNvPr>
          <p:cNvSpPr txBox="1"/>
          <p:nvPr/>
        </p:nvSpPr>
        <p:spPr>
          <a:xfrm>
            <a:off x="1441450" y="4332661"/>
            <a:ext cx="7251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String payload = "{\"temperature\": " + String(</a:t>
            </a:r>
            <a:r>
              <a:rPr lang="en-US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tempValue</a:t>
            </a:r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 + "}"; </a:t>
            </a:r>
            <a:r>
              <a:rPr lang="en-US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client.publish</a:t>
            </a:r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mqtt_topic</a:t>
            </a:r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payload.c_str</a:t>
            </a:r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());</a:t>
            </a:r>
          </a:p>
        </p:txBody>
      </p:sp>
      <p:graphicFrame>
        <p:nvGraphicFramePr>
          <p:cNvPr id="31" name="TextBox 8">
            <a:extLst>
              <a:ext uri="{FF2B5EF4-FFF2-40B4-BE49-F238E27FC236}">
                <a16:creationId xmlns:a16="http://schemas.microsoft.com/office/drawing/2014/main" id="{877D35BF-E9DE-64E7-F865-D35448BDC7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275913"/>
              </p:ext>
            </p:extLst>
          </p:nvPr>
        </p:nvGraphicFramePr>
        <p:xfrm>
          <a:off x="812800" y="857249"/>
          <a:ext cx="7550150" cy="1558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088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613</TotalTime>
  <Words>1222</Words>
  <Application>Microsoft Office PowerPoint</Application>
  <PresentationFormat>On-screen Show (16:9)</PresentationFormat>
  <Paragraphs>87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Angsana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Tanakorn Tongyam</cp:lastModifiedBy>
  <cp:revision>2</cp:revision>
  <dcterms:created xsi:type="dcterms:W3CDTF">2026-09-11T04:39:37Z</dcterms:created>
  <dcterms:modified xsi:type="dcterms:W3CDTF">2026-09-14T04:10:27Z</dcterms:modified>
</cp:coreProperties>
</file>